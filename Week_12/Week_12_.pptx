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75" r:id="rId4"/>
    <p:sldId id="280" r:id="rId5"/>
    <p:sldId id="259" r:id="rId6"/>
    <p:sldId id="290" r:id="rId7"/>
    <p:sldId id="283" r:id="rId8"/>
    <p:sldId id="284" r:id="rId9"/>
    <p:sldId id="285" r:id="rId10"/>
    <p:sldId id="28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388"/>
    <p:restoredTop sz="94694"/>
  </p:normalViewPr>
  <p:slideViewPr>
    <p:cSldViewPr snapToGrid="0">
      <p:cViewPr varScale="1">
        <p:scale>
          <a:sx n="95" d="100"/>
          <a:sy n="95" d="100"/>
        </p:scale>
        <p:origin x="19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35:34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7 24575,'-4'-3'0,"-2"2"0,5-2 0,-2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5:54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54 24575,'-2'-3'0,"0"-2"0,-2 3 0,0-4 0,0 4 0,0 0 0,0 4 0,-2 1 0,0 2 0,-3 5 0,1-3 0,-1 4 0,-6 8 0,6-5 0,-7 9 0,11-8 0,-3 0 0,3 0 0,2 0 0,1 6 0,2-4 0,0 4 0,0-6 0,0-3 0,2-1 0,0-3 0,2-1 0,0 0 0,0-3 0,0-3 0,0-2 0,5-2 0,-3-3 0,6-1 0,7-8 0,-3-1 0,3-1 0,-3 3 0,-10 2 0,3 2 0,-2-4 0,-2 7 0,4-7 0,-6 9 0,3-9 0,-3 9 0,1-6 0,-2 7 0,0-7 0,-2 6 0,0-6 0,0 2 0,0 0 0,-3-6 0,2 7 0,-6-4 0,4 6 0,-3 0 0,2 2 0,-7-8 0,5 7 0,-8-5 0,10 6 0,-4 2 0,4 0 0,-4-2 0,2 4 0,-16-2 0,10 2 0,-11 0 0,15 0 0,2 0 0,2 2 0,2 0 0,2 4 0,0 3 0,0 0 0,0 5 0,0-5 0,2 8 0,2 0 0,3-3 0,4 1 0,1-10 0,15 4 0,-9-4 0,8-1 0,-14 0 0,-3-3 0,-3 2 0,-2-2 0,0 2 0,0-1 0,-2 4 0,1-2 0,-2 2 0,1-2 0,-2 2 0,1 0 0,0 2 0,1-2 0,-2 1 0,0 0 0,-2-3 0,0 3 0,-2-4 0,0 0 0,1 1 0,0-2 0,1 2 0,-1 0 0,2 0 0,-1 2 0,1-2 0,0 2 0,1-4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5:54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24575,'5'10'0,"-3"4"0,3 2 0,-2 1 0,1 21 0,-2-19 0,-2 25 0,0-29 0,0 11 0,0-19 0,0 1 0,-2-5 0,2-2 0,-2-1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5:55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24575,'2'17'0,"0"-4"0,1 14 0,-2-11 0,2 11 0,-3-11 0,0 5 0,0-11 0,0 1 0,0-7 0,0 2 0,0-4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2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24575,'2'-4'0,"0"2"0,2 0 0,0 2 0,0-1 0,3 0 0,-2-1 0,2 2 0,-1 2 0,-2-1 0,4 2 0,-4-1 0,2 2 0,-2 2 0,0-2 0,-1 4 0,0-2 0,0 0 0,-2 0 0,0-3 0,-1 1 0,0 0 0,0 0 0,-1 0 0,0 0 0,-2 2 0,2-2 0,-2 2 0,2-2 0,-1 0 0,1-2 0,0 1 0,-1-1 0,1 2 0,0 0 0,-2 2 0,2-2 0,-1 2 0,1 0 0,-2 0 0,-1 0 0,0 1 0,2-6 0,8-5 0,14-18 0,-4 3 0,13-11 0,-18 18 0,3-5 0,-7 8 0,-1-2 0,-2 3 0,-2 2 0,2 0 0,-4 2 0,2 0 0,-2 0 0,0-2 0,0 2 0,0-2 0,2 2 0,-2-2 0,2 2 0,-2-2 0,0 6 0,-3 13 0,2-1 0,-4 10 0,2-7 0,-2 4 0,2-6 0,1 1 0,2-8 0,0 0 0,0-2 0,0 0 0,2 0 0,1 0 0,4 1 0,0 0 0,10 5 0,-7-5 0,16 8 0,-16-10 0,6 5 0,-9-6 0,-3 0 0,2 0 0,-2-2 0,0-2 0,0 2 0,-2-4 0,1 0 0,0 0 0,-1-2 0,0 4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24575,'-5'1'0,"-2"3"0,-6 8 0,0 7 0,-5 11 0,-3 9 0,6 8 0,-3-1 0,13-11 0,2-2 0,3-5 0,1-8 0,3 12 0,0-24 0,4 12 0,-3-15 0,3 4 0,-3-7 0,0 2 0,-1-4 0,0 2 0,0-4 0,0 1 0,0-2 0,5-2 0,-4 0 0,5-3 0,-3 2 0,-1-2 0,-1 0 0,9-15 0,-8 11 0,7-14 0,-8 15 0,5-16 0,-6 12 0,5-8 0,-9 15 0,2-14 0,-2 10 0,0-11 0,0 12 0,0 2 0,-7-17 0,3 12 0,-4-10 0,4 13 0,2 3 0,-2 2 0,-3-5 0,2 6 0,-3-4 0,3 7 0,0-2 0,1 4 0,1-4 0,-5 4 0,3-2 0,-15 2 0,9 0 0,-9 2 0,12 2 0,-2 1 0,3 3 0,4-2 0,-2 2 0,4 3 0,-1 0 0,2 1 0,0 3 0,3-4 0,-1 5 0,3-5 0,2 4 0,0-3 0,19 12 0,-2-2 0,12 3 0,-5-7 0,-9-5 0,-5-4 0,-7-3 0,-3-2 0,-2 0 0,0 0 0,-1 0 0,0 2 0,0-2 0,-2 3 0,2 3 0,-3-2 0,1 4 0,-4-1 0,-2-3 0,-1 3 0,-3-4 0,4-2 0,-2-1 0,0 2 0,0-4 0,2 4 0,-3-6 0,4 4 0,-3-4 0,4 2 0,0-2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4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24575,'2'9'0,"2"-2"0,0 19 0,2 0 0,-2 21 0,4-4 0,-7 3 0,2-5 0,-3-5 0,0-11 0,0-5 0,0-12 0,0 4 0,0-10 0,0-1 0,0-5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5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24575,'0'-4'0,"2"2"0,0 0 0,7 2 0,7 0 0,19 0 0,-4 0 0,4 0 0,-18 0 0,-7 2 0,-5 0 0,-1 2 0,1 5 0,-1-2 0,-2 13 0,0-1 0,-2 9 0,-6 0 0,0-5 0,-6-3 0,0-7 0,4-3 0,-1-5 0,7-5 0,2-4 0,2-2 0,3-2 0,0 0 0,2 0 0,10-8 0,0 1 0,7-3 0,-9 0 0,-1 0 0,-3 1 0,-2 0 0,-2 2 0,-3 6 0,-1 0 0,-2 2 0,-1 0 0,0 1 0,0 0 0,-1 4 0,-2 0 0,1 4 0,-4 5 0,3-2 0,-15 27 0,4 6 0,-1 2 0,2 15 0,12-39 0,5 33 0,3-33 0,13 25 0,-6-29 0,16 11 0,-12-17 0,26 2 0,-18-6 0,7-4 0,-12-1 0,-9-2 0,2 1 0,-5 1 0,0 1 0,-5 0 0,-2 2 0,-2-2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9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 24575,'-8'8'0,"1"-1"0,-4 12 0,2 8 0,4-10 0,0 27 0,3-18 0,2 13 0,0-11 0,0-5 0,0-3 0,2-4 0,3-5 0,0 4 0,1-8 0,0 1 0,-2-5 0,2-2 0,0-1 0,0 0 0,2-1 0,-2-2 0,1-1 0,-1 0 0,-1 0 0,0 0 0,-3 0 0,2-4 0,0 1 0,3-5 0,-3 1 0,3-1 0,-4-3 0,-1 0 0,-2 3 0,0-2 0,0-4 0,0 1 0,0-3 0,-3-1 0,2 7 0,-2-3 0,1 9 0,0 2 0,-1 0 0,0 1 0,-1 0 0,0 0 0,-2 2 0,0 0 0,0 2 0,0 0 0,0 1 0,0 0 0,0 0 0,0 0 0,0 0 0,2 1 0,2 1 0,0 7 0,2-4 0,0 15 0,0-8 0,4 20 0,0-17 0,8 22 0,-2-22 0,7 14 0,-6-16 0,6 2 0,-9-9 0,3-1 0,-3-2 0,-2-1 0,2 1 0,1 3 0,0-3 0,2 3 0,6 3 0,-9-4 0,7 5 0,-11-6 0,2 4 0,-4-2 0,3 0 0,-4 2 0,1-4 0,-2 7 0,-2-5 0,0 4 0,-4-3 0,0-1 0,-11 5 0,8-4 0,-5 1 0,10-6 0,1-2 0,3-2 0,2-4 0,1 4 0,-2-2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9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24575,'3'1'0,"1"3"0,0 3 0,5 9 0,0 3 0,3 15 0,-2 2 0,-5-7 0,2 9 0,-6-14 0,5 1 0,-6-8 0,3-9 0,-2-2 0,1 0 0,-1-4 0,2-2 0,-1-1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10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24575,'54'0'0,"-6"2"0,4 0 0,39-5 0,-34 3 0,-3-1 0,0-8 0,-24 5 0,-14-1 0,-13 4 0,-1-1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15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24575,'-7'11'0,"2"-6"0,-3 17 0,0 4 0,4-4 0,-2 19 0,6-26 0,0 8 0,4 3 0,-1-11 0,3 8 0,3-3 0,-4-10 0,3 5 0,1-6 0,-4-6 0,4 3 0,-3-6 0,-2 2 0,2-2 0,-2 0 0,1 0 0,1 0 0,1 0 0,3-2 0,-5 1 0,6-5 0,-7 4 0,2-4 0,-2 0 0,3-3 0,-5 0 0,5-2 0,-7 3 0,4-3 0,-3 2 0,1-2 0,-2 3 0,0-3 0,0-7 0,0 5 0,-2-4 0,0 9 0,-2 0 0,-1-3 0,1 2 0,0-2 0,-3 0 0,3 2 0,-3 0 0,3 3 0,0 2 0,0 0 0,0 2 0,0 0 0,-5 2 0,4 0 0,-9 0 0,9 0 0,-4 2 0,5 0 0,2 3 0,0 0 0,2 5 0,0-3 0,3 4 0,0 0 0,5-2 0,6 13 0,-3-8 0,4 6 0,-6-9 0,2-2 0,-4-3 0,7 4 0,2-4 0,0 3 0,5-2 0,-11 0 0,4 0 0,-1 5 0,-2-4 0,5 7 0,-11-11 0,4 3 0,-7-1 0,2 0 0,-4 2 0,2-2 0,-4 1 0,0-2 0,-5 5 0,3-5 0,-8 7 0,7-7 0,-4 1 0,3-2 0,3 0 0,0-2 0,3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15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19 24575,'0'-4'0,"0"4"0,-1 0 0,0 9 0,-4 7 0,2 7 0,0 5 0,0-4 0,5-7 0,-2-6 0,6-5 0,-4 0 0,6-2 0,-4 0 0,4-2 0,-2 0 0,2-2 0,0 0 0,-1-2 0,0 0 0,0-2 0,-2-5 0,1 2 0,-1-7 0,-3 2 0,0 0 0,-2-3 0,-2 3 0,1 2 0,-3-4 0,0 7 0,-1-2 0,-1 2 0,0 2 0,2-1 0,-4 2 0,4 0 0,-4 0 0,2 0 0,0 2 0,0 0 0,2 2 0,0 0 0,0 0 0,0 4 0,0 0 0,0 7 0,1-4 0,1 2 0,2-3 0,2-2 0,-2 0 0,2-2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5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86 24575,'-7'0'0,"-1"2"0,0 3 0,1-1 0,6 0 0,4-4 0,31 0 0,32-6-775,31-7 775,-45 6 0,0 0 0,0-5 0,-3-1 0,23-4 0,-24 1 0,-21 6 0,-24 13 0,-2-2 0,-3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5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24575,'2'3'0,"3"2"0,1-5 0,3 3 0,-1-3 0,-2 2 0,-2 1 0,-6 2 0,-1 2 0,0-4 0,1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5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16 24575,'-3'-5'0,"-2"2"0,2-2 0,-2 5 0,5-2 0,31 2 0,25 0 0,34 0 0,-35 0 0,1 0-696,41 0 696,-11 0 0,-33 0 0,-26 0 0,-15 0 0,-7 2 0,-3-2 0,1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3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24575,'11'75'0,"2"12"0,-9-13 0,-1 4 0,0-9 0,0 2 0,-2 0 0,-1 6 0,-1-5-1455,-2 10 0,0-3 1455,3 11 0,-2-3 0,-4-23 0,0-7 0,5 9 921,-5-10-921,8-41 478,3-36-478,3-10 0,-3-12 0,-1 7 1511,-4 7-1511,0-5 0,0 22 0,0-4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3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24575,'5'4'0,"23"28"0,25 19 0,10 11-1931,-2-16 1,3 0 1930,-22-12 0,3 1 0,15 6 0,10 4 0,-9-4 0,-13-4 0,-3-1 0,22 9 0,-6-4 512,-25-9-512,-4-4 782,-18-8-782,4 10 0,-8-1 0,-1 7 0,-4 7 0,-1 40 0,-18-22 0,7-8 0,-6-1 0,-32 14 0,-11 8 503,15-35 1,-2-2-504,5-5 0,-2-1 0,-11 4 0,0-4 0,-17 12 566,-7-4-566,30-22 0,15 0 0,14-15 0,13-2 0,3-3 0,0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4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15 24575,'0'-5'0,"0"0"0,0 0 0,-4 7 0,2 1 0,-17 33 0,-1 7 0,-8 19 0,4 20 0,9-24 0,8 25 0,7-22 0,10-6 0,13-13 0,-3-18 0,14-15 0,-17-3 0,19-20 0,-22 6 0,21-38 0,-21 25 0,8-50 0,-11 37 0,-5-32 0,-6 29 0,-5-14 0,-10 6 0,-4 3 0,1 7 0,0 17 0,7 8 0,3 3 0,-2 7 0,2 0 0,0 2 0,-1 6 0,-7 7 0,7-5 0,-7 11 0,9-12 0,3 5 0,-1-6 0,14-3 0,-7-3 0,6-2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7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24575,'0'5'0,"0"0"0,3 5 0,-1 4 0,-2-3 0,0 15 0,0-13 0,0 28 0,0-27 0,0 34 0,0-33 0,-5 33 0,4-33 0,-3 11 0,4-12 0,0-8 0,0 6 0,0-5 0,0-1 0,0 3 0,0-3 0,0 1 0,2-2 0,7-2 0,4-1 0,6-2 0,5 0 0,-4 0 0,4-3 0,-11 2 0,0-4 0,-7 5 0,1-5 0,-2 5 0,0-3 0,0 1 0,0 2 0,0-5 0,0 4 0,0-3 0,0 3 0,0-3 0,0 3 0,3-3 0,-3 1 0,2 0 0,1-1 0,4 0 0,-4 1 0,4 0 0,-10 1 0,1 1 0,-3-1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9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153 117 24575,'-3'-10'0,"3"4"0,-5-2 0,5 4 0,-5 3 0,0-1 0,0 2 0,-13 12 0,-1 14 0,-4 8 0,3 9 0,-1 23 0,10-15 0,-2 31 0,8-35 0,5 26 0,8-32 0,0 10 0,6-28 0,1-8 0,0-6 0,5 0 0,-5-5 0,10-1 0,-8-6 0,10-4 0,-8-3 0,-2-6 0,-3 4 0,1-14 0,-1 2 0,-1-5 0,1-12 0,-8 18 0,0-26 0,2 4 0,-7 5 0,4-24 0,-5 17 0,-3 0 0,-7-9 0,2 33 0,-16-21 0,15 26 0,-10-7 0,13 17 0,-1 1 0,2 2 0,-2 2 0,1 1 0,-4 2 0,2 2 0,-2 1 0,0 4 0,-1 5 0,-1 3 0,3 0 0,-1 4 0,7 11 0,0-11 0,3 28 0,4-20 0,0 9 0,35 16 0,-9-21 0,25 15 0,14-7 0,-19-12 0,25 9 0,-22-10 0,-1-10 0,-14-3 0,-8-3 0,-18-4 0,-5 2 0,-1 3 0,-3 2 0,4 13 0,-6 10 0,3-9 0,-4 20 0,-5-13 0,-10 14 0,4-18 0,-9-2 0,12-21 0,-5 10 0,5-10 0,-1 2 0,13-11 0,2-4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0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24575,'0'5'0,"5"21"0,-4 13 0,4 23 0,-5 7 0,0 7 0,0 3 0,0-1 0,0-8 0,0-18 0,0-20 0,0-13 0,0-16 0,2-6 0,8-24 0,2 1 0,4-17 0,-3 7 0,-8 16 0,-1 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26 177 24575,'-8'0'0,"1"-2"0,2 2 0,0-3 0,4 3 0,10 0 0,27-5 0,35-2 0,27-6-558,-43 4 0,2 0 558,-2 2 0,0-1 0,-2-4 0,-3 0 0,30-2 0,-5-3 0,-7 0 0,-12 5 0,-3-3 0,-19 7 0,-21 4 0,-7 1 0,-4 3 0,-4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1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211 128 24575,'0'-8'0,"-2"5"0,1 6 0,-16 31 0,-3 8 0,-16 43 0,6-5-893,10-27 0,2 2 893,3-2 0,3-1 0,-9 38 0,4 7 0,15-48 431,6 17-431,3-40 0,12 1 0,3-18 0,22-10 0,-2-10 0,12-17 0,-17-9 0,0-10 0,-10-8 0,1-14 0,-11 12 0,0-23 0,-12 16 0,1-22 0,-6 0 0,0 7 1355,0 17-1355,-4 11 0,0 23 0,-7 1 0,3 12 0,-11-7 0,3 12 0,-7-6 0,3 12 0,1 2 0,6 4 0,2 3 0,6 3 0,-2 13 0,4-8 0,-6 28 0,8-8 0,1 35 0,12-5 0,17 9 0,13-2 0,11-16 0,-1-2 0,4-8 0,-12-11 0,-9-4 0,-3-2 0,-20-15 0,9 7 0,-8-5 0,-1 3 0,1 2 0,-9 8 0,2-6 0,-6 27 0,0-15 0,-5 25 0,-4-21 0,-10 3 0,-11-3 0,5-14 0,0-1 0,13-16 0,7-8 0,2-4 0,9-8 0,0 3 0,1 1 0,-3 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2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49 24575,'-2'-3'0,"-1"3"0,-2 5 0,-31 77 0,15-28 0,-1 12 0,3 0 0,7 0 0,6 1 0,6-31 0,6-9 0,4-14 0,21-3 0,-1-8 0,23-22 0,-12 1 0,4-24 0,-9 1 0,-15 1 0,4-9 0,-15 12 0,0-20 0,-6 25 0,-9-23 0,0 26 0,-12-10 0,5 17 0,-17 2 0,16 12 0,-9-2 0,14 8 0,1 1 0,2 2 0,2 2 0,-5 7 0,4 0 0,-5 9 0,6-7 0,-3 8 0,6-11 0,-3 6 0,3-8 0,0-1 0,0-3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2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24575,'-11'5'0,"3"2"0,3-1 0,3 1 0,4-2 0,1-2 0,4 1 0,27-3 0,17 1 0,20-2 0,28 0 0,-2-6 0,0 4 0,-12-8 0,-40 6 0,-18-4 0,-20 5 0,-5 0 0,-4 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2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24575,'-2'18'0,"-1"-3"0,3 19 0,0 9 0,0 12 0,0-1 0,-5 27 0,3-8-1202,-9 15 1202,10 11 0,-4-34 0,5 17 0,0-42 0,0-3 0,0-25 0,0-9 0,0-1 0,0-5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3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49 24575,'-5'-3'0,"0"3"0,-12 20 0,-22 57 0,7-17-388,6 4 1,5 2 387,8 1 0,2 25 0,11-31 0,9-1 191,-4-22-191,24 1 0,-6-19 0,23 1 0,-8-12 0,13-4 584,-14-9-584,-1-3 0,-13-3 0,-11-5 0,2-8 0,-10-6 0,8-7 0,-11-7 0,3-10 0,-4 6 0,-5-26 0,-7 17 0,-12-28 0,0 20 0,-9-3 0,15 29 0,-10 0 0,14 18 0,-4 1 0,6 7 0,4 7 0,1 3 0,2 2 0,-2 2 0,1 3 0,-5 7 0,7 18 0,-7 15 0,10-5 0,1 23 0,18-8 0,21 32-1998,12-4 1998,4-13 0,-18-36 0,5-2 0,3-8 0,1-3-772,40 24 772,-26-24 0,0-3 0,7 4 0,2-2 0,-34-6 0,-23-5 0,-9 2 1914,1-2-1914,-3 9 856,1 4-856,-2 7 0,0 14 0,-8-5 0,6-6 0,-14 1 0,14-22 0,-8 10 0,11-20 0,0 3 0,17-15 0,-11 9 0,9-6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4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24575,'-3'10'0,"1"30"0,2 13 0,0 6 0,0 4 0,0 33 0,3-36 0,-1-2 0,0 19 0,5-32 0,-4-15 0,1-18 0,0-7 0,5-19 0,-5 8 0,20-49 0,-16 27 0,13-22 0,-17 23 0,-1 16 0,-3 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5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1 283 24575,'0'-5'0,"0"-1"0,0 1 0,2 3 0,3-1 0,7 3 0,26 0 0,2 0 0,14 0 0,-22 0 0,1 4 0,-20-1 0,19 27 0,-20 2 0,4 29 0,-11-14 0,-10 19 0,1-34 0,-13 31 0,8-30 0,-5 6 0,8-22 0,3-17 0,-2-10 0,4 1 0,-2-5 0,6 2 0,1-10 0,8-7 0,10-22 0,11-5 0,11-23-849,11 3 849,-28 31 0,-2 2 0,14-8 0,-4-22 0,-19 41 0,-1-12 0,-4 22 0,-8 10 0,-1 4 849,-6 8-849,-3 7 0,-5 5 0,-9 22 0,4-3 0,-9 19 0,16 3 0,-5 9 0,14 7 0,-4 7 0,16 10 0,-4-20 0,20 7 0,8-24 0,4-5 0,39 4-1063,13-23 1063,-43-14 0,3-4 0,7-7 0,0-5-97,22-13 97,6-20 0,-28 4 0,-13-8 0,-22 20 0,-15 0 0,-5 14 0,-6 3 0,1 3 0,-1 2 0,1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1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24575,'3'-15'0,"0"7"0,1 2 0,10 36 0,-6 8 0,3 30 0,-2 12 0,-5-16 0,-1 2-841,1 22 1,-1 2 840,-3-13 0,0-3 0,0-10 0,0 0 0,-4 14 0,1-1 0,2-19 0,0-4 0,-3 0 0,0-7 0,4-8 0,0-15 0,0-21 0,0-3 0,0-23 1681,0 4-1681,0-22 0,0 6 0,0 10 0,0 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1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24575,'3'-3'0,"-3"3"0,8 3 0,22 20 0,6 2 0,38 26 0,7 1-967,-28-24 1,3-1 966,-1 0 0,-1-1 0,0-3 0,-2-1-408,32 14 408,-19-5 0,-29-14 0,-13-7 0,-20-5 0,0-1 1401,-3 19-1401,0 4 940,-13 35-940,7-23 0,-28 48 0,4 0-1637,-7 5 1637,10-26 0,1-4 0,1-9 0,-4 3 0,0-4 0,9-24 0,-34 53 0,35-57 0,-11 13 0,23-23 1637,1-11-1637,0 0 0,-4-3 0,3 3 0,2-3 0,5 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2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24575,'5'5'0,"-4"32"0,10 0 0,-10 34-1151,4-7 1151,-5-13 0,0 1 0,0 40 140,0-39 1,0-3-141,0 5 0,0-18 0,0-23 0,0-10 0,0-13 870,0-25-870,0-3 0,0-7 0,0 22 0,0 11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2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10 24575,'0'-6'0,"-3"3"0,-3 3 0,-15 23 0,-12 8 0,3 8 0,-36 29 0,33-33 0,-6 9 0,-1-2 0,12-12 0,-24 34 0,42-47 0,-7 10 0,22-18 0,-3-6 0,3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3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24575,'16'-10'0,"-6"3"0,45-13 0,6 1 0,-5 4 0,3-1-424,-9 2 1,0-1 423,7 0 0,-2 0 0,30-14 0,-36 14 209,-8 2-209,-40 16 0,-2 0 0,-2 3 0,-3-2 0,3 1 638,-3-4-638,-1 2 0,4-3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3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19 24575,'-3'7'0,"3"-4"0,3 2 0,6-1 0,6 3 0,3-4 0,24 1 0,-14-4 0,41 0 0,-21-6 0,44-2 0,-33-4 0,4 0 0,-31 3 0,-19 7 0,-2-1 0,-11 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3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24575,'6'0'0,"0"0"0,0 0 0,32 0 0,10 0 0,24 0 0,-13 0 0,1 0-1234,25-7 1234,-10 0 0,-1-2 301,-1-6-301,17-10 0,-63 17 0,-7-4 0,-20 11 0,-4-2 0,1 3 0,0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51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6 24575,'-6'4'0,"-4"8"0,-3 14 0,2-3 0,-3 37 0,10-29 0,-5 37 0,8-29 0,1 12 0,13-6 0,0-7 0,5-11 0,-7-11 0,1-9 0,-5-5 0,5 1 0,-7-3 0,1-4 0,-2-1 0,0-2 0,1-1 0,-3-8 0,2 7 0,-4-19 0,2 3 0,-2 3 0,-4-19 0,3 25 0,-7-25 0,7 21 0,-7-21 0,5 21 0,-6-21 0,6 25 0,-8-18 0,8 25 0,-15-15 0,12 15 0,-7-4 0,7 7 0,1 4 0,1 2 0,-1 14 0,2-5 0,-1 12 0,2-8 0,2 10 0,7 1 0,-4-4 0,9 2 0,3-1 0,-3-6 0,20 14 0,-16-17 0,32 9 0,-27-11 0,10 1 0,-19-6 0,-5-1 0,-1 0 0,-2 2 0,-1-1 0,1 3 0,-4 2 0,2-3 0,-5 8 0,0-4 0,-5 6 0,-5 2 0,3-6 0,-3 6 0,9-12 0,1 3 0,3-8 0,0 0 0,2-2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51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24575,'-2'6'0,"-3"18"0,2-10 0,-4 41 0,6-32 0,1 25 0,3-33 0,3 3 0,0-9 0,0-3 0,3-2 0,3-2 0,-5-4 0,8-1 0,-7-3 0,2-1 0,-4-2 0,-2 1 0,-1-4 0,-2-1 0,-1 0 0,0 1 0,-2 0 0,-1 4 0,-4-7 0,-1 4 0,-2-2 0,0 1 0,3 7 0,1 0 0,0 2 0,1 1 0,1 7 0,2 1 0,4 6 0,0-4 0,2 1 0,-1-4 0,-1-2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52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0 151 24575,'3'-4'0,"0"0"0,0 1 0,16-5 0,0 6 0,8-5 0,2 11 0,-5 0 0,0 5 0,-5-1 0,-9 2 0,-4-2 0,-3 4 0,-2-2 0,-1 11 0,-3 0 0,-6 16 0,2-15 0,-8 12 0,4-13 0,1-3 0,3-2 0,5-15 0,2-2 0,2-3 0,1-6 0,3 3 0,1-5 0,3 0 0,6-10 0,4-9 0,3-9 0,2-5 0,-5-6 0,-2 5 0,-5 2 0,-6 13 0,-3 14 0,-4 11 0,-4 9 0,-1 3 0,-1 1 0,0 1 0,3-3 0,-4 12 0,6-10 0,-2 27 0,3-20 0,0 34 0,2-27 0,12 32 0,-7-35 0,11 16 0,1-12 0,-3-9 0,34 8 0,-15-17 0,22 0 0,-25-6 0,-3-1 0,-16-2 0,-1 0 0,-8-1 0,2 3 0,-5-3 0,0 6 0,-1-2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04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24575,'-21'29'0,"0"26"0,-3 3 0,11 26 0,9-36 0,6-3 0,3-20 0,0-13 0,3-5 0,2 0 0,3-3 0,3-1 0,-3 0 0,-1-3 0,-4 0 0,-1-4 0,-1 1 0,-1-8 0,0 0 0,0-2 0,-3-3 0,0 7 0,-2-13 0,0 7 0,0-13 0,0 3 0,-2 1 0,-1 2 0,-3 5 0,-1 1 0,0 0 0,0-1 0,0 4 0,1 1 0,-2 4 0,2 1 0,-1 1 0,1 2 0,1 1 0,1 1 0,0 6 0,-1 1 0,0 13 0,2-4 0,-1 9 0,8-1 0,3 3 0,3-1 0,3-2 0,15 5 0,-11-11 0,17 13 0,-5-10 0,-6-4 0,0-2 0,-13-9 0,-6-4 0,0 6 0,0-1 0,-1 1 0,5 12 0,-6-11 0,5 15 0,-7-15 0,0 5 0,0-5 0,-2-1 0,1-2 0,-2-2 0,2 0 0,-1-2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05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22 24575,'-9'25'0,"4"1"0,2-5 0,3 0 0,0-11 0,2 5 0,1-8 0,3 3 0,-1-6 0,6-1 0,-3-1 0,4-2 0,-4-2 0,7-9 0,-7 3 0,5-11 0,-5 6 0,-3 1 0,1-4 0,-5 8 0,-1-1 0,0 5 0,0-1 0,0 1 0,0 0 0,-3-1 0,-2-1 0,-4 1 0,-3-4 0,-1 4 0,2-3 0,-4 3 0,10 0 0,-5 3 0,8 1 0,0 4 0,0 3 0,1 1 0,-1-1 0,2 2 0,0-5 0,0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06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95 24575,'-2'-2'0,"3"1"0,39-10 0,38-5 0,9-7 0,-1 4 0,-46 7 0,-22 8 0,-13 0 0,-1 3 0,-4-1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07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24575,'4'0'0,"3"0"0,15 0 0,13 0-8503,-2 0 8503,15 0 1719,-32 0-1719,8 0 0,-17 2 0,-1-2 0,-1 9 0,-1-5 6784,-1 11-6784,2 2 0,-4 1 0,0 4 0,-4-5 0,-4-4 0,2-2 0,-3-2 0,5-6 0,-1-2 0,4-5 0,0 0 0,0-3 0,0 3 0,0-4 0,4 1 0,1-2 0,4-3 0,6-4 0,3-4 0,-4 4 0,4 0 0,-9 4 0,1 3 0,-3-3 0,-3 6 0,-1-1 0,-1-1 0,-1 3 0,-2 1 0,0 4 0,-11 10 0,3 2 0,-5 28 0,8-19 0,4 16 0,7-20 0,1-1 0,7-2 0,7 1 0,4-9 0,13 1 0,20-7 0,-14 0 0,6-5 0,-26-1 0,-12-2 0,-4 1 0,-5 3 0,-2-1 0,0 3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0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10 134 24575,'-8'0'0,"7"-2"0,2 0 0,61-16 0,8 2 0,-19 4 0,7 1 0,18-3 0,-1 1 0,18 0 0,-34 3 0,-6 1 0,-14 1 0,-23 4 0,-11 2 0,-3 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28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24575,'-8'2'0,"2"-1"0,-2 3 0,5-1 0,-2 0 0,5 0 0,-3-3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11 24575,'-2'-5'0,"-1"2"0,-17 0 0,-4 8 0,-22 9 0,-4 6 0,-6 13 0,0-2 0,3 6 0,9 23 0,-6 11-493,31-23 1,5 2 492,-6 39 0,12-39 0,3 0 0,11 32 0,12-7 0,13-7 0,11-8 80,10-17-80,8-15 0,6-11 0,1-15 0,-11-7 0,-7-17 0,-20 0 0,9-28 0,-24 15 0,8-19 0,-10-17 0,-1 16 738,-4-25-738,-2 23 0,-11-7 167,1 13-167,-11-3 0,4 23 0,-5 2 0,-3 5 0,6 9 0,-10-5 0,-8 6 0,-9-4 0,5 5 0,-8-1 0,26 12 0,-6-2 0,11 7 0,5 2 0,5 3 0,0 23 0,3-10 0,17 39 0,-7-33 0,46 53 0,-5-31-425,-14-9 1,2 1 424,4-6 0,0-2 0,32 27 0,5-1 0,-34-25 0,3 4 0,-26-17 0,6 7 0,-11-4 0,-11-10 0,-4 5 849,-3-5-849,0 2 0,0 12 0,0-14 0,-5 21 0,-6-1 0,0-5 0,-16 22 0,14-35 0,-8 27 0,13-31 0,3 8 0,2-12 0,6-2 0,7 2 0,-6-5 0,5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0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13 24575,'-5'8'0,"-7"13"0,1-3 0,-4 35 0,-1-1 0,8 6 0,-1 14 0,12-44 0,0 14 0,10-31 0,1 3 0,7-7 0,15-14 0,-14-5 0,11-9 0,-21-16 0,-4-4 0,2-23 0,-8 13 0,-2-11 0,-7 29 0,-6-4 0,0 23 0,1 2 0,-3 9 0,3 1 0,-4 4 0,1 5 0,5 1 0,-2 5 0,7-5 0,2 2 0,0-4 0,3 0 0,0-4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1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24575,'6'-3'0,"46"-10"0,37-9 0,-35 7 0,0 1-4916,0 2 1,-6 0 3425,2-3 4308,-29 7-2818,-16 8 429,-2 0 1,-3 3 0,0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1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24575,'0'-9'0,"0"-6"0,5 6 0,-2-4 0,9-2 0,9 2 0,-6 1 0,29-1 0,-8 12 0,0-4 0,15 15 0,-31 9 0,22 21 0,-29 0 0,2 7 0,-15-1 0,-12 19 0,-1-5 0,-16 13 0,2-29 0,-6 4 0,11-27 0,6-3 0,11-19 0,16-35 0,7 5 0,5-24 0,9 5 0,3-1 0,0-1 0,20-10 0,-26 26 0,8-5 0,-14 9 0,-14 13 0,9-5 0,-17 16 0,3 3 0,-6 4 0,-3 19 0,-7 6 0,-7 25 0,8 25 0,1-11 0,10 2 0,15-12 0,1-25 0,28 11 0,0-19 0,28-3 0,-19-11 0,33 0 0,-49-12 0,23-4 0,-44-3 0,4-2 0,-17 0 0,0 8 0,-3-3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2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4 126 24575,'-3'-3'0,"7"3"0,15-7 0,26 6 0,21-15 0,-13 11 0,3 0 0,-3-7 0,0-1 0,11 4 0,-1 2 0,23-12 0,-21 8 0,-35 3 0,-18 4 0,-7 2 0,-2 0 0,2 1 0,-7 1 0,2 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3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91 24575,'-11'8'0,"9"-5"0,5 2 0,83-12 0,9-1 0,-24 2 0,11-1 0,-7-1-664,-8-3 0,-3 1 664,23-1 0,-11 1 324,-34-2-324,-14 4 0,-27 7 0,1-3 0,-7 3 0,4-1 0,-1 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3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24575,'9'0'0,"24"0"0,20 0 0,33-6 0,8-1 0,-40 2 0,1 0 0,42-4 0,-4-2 0,-25-1 0,-18 5 0,-31 0 0,-17 7 0,-5-3 0,-5 1 0,4 1 0,0-1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24575,'0'13'0,"5"32"0,-3 0 0,9 35 0,-3 11-1654,-1-3 1654,0-29 0,-2-1 0,-3 20 195,4 3-195,-6-9 0,3-27 0,-2 3 0,4-33 0,-2-9 310,0-3 0,0-4 0,-3-1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4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15 24575,'0'-6'0,"-2"1"0,-2 2 0,-5 9 0,3 1 0,-14 61 0,3-8 0,6-3 0,0 3 0,-8 26 0,12 5 0,1-1 0,9-36 0,4 7 0,3-45 0,14-1 0,-10-9 0,29-7 0,-19-13 0,25-14 0,-25 1 0,6-13 0,-17 9 0,0-7 0,-3-1 0,-5-8 0,4 7 0,-8-7 0,3 0 0,-4 15 0,-8-13 0,-1 22 0,-14-9 0,9 17 0,-20-14 0,-1 13 0,-1-1 0,-8 2 0,21 14 0,1-3 0,9 13 0,10 2 0,0 26 0,3 4 0,4 7 0,8 14 0,5-11 0,17 8 0,18 8 0,4-15 0,13 5 0,-2-15 0,-9-8 0,17 10 0,-16-13 0,-8 1 0,-19-15 0,-19-5 0,-8-1 0,-3-1 0,-2-1 0,-2 1 0,-7 11 0,-16 8 0,7-2 0,-19 14 0,13-11 0,3 0 0,5-4 0,14-17 0,2-4 0,0-3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25 24575,'-3'-5'0,"3"-1"0,-3 1 0,3-1 0,-2 3 0,-4 6 0,-12 23 0,-6 5 0,-6 32 0,7-9 0,5 18 0,12-14 0,0-9 0,16 3 0,2-30 0,9 8 0,16-24 0,-4-7 0,21-10 0,-18-9 0,1-10 0,-17-5 0,-6-3 0,-9-1 0,-1-7 0,-8 5 0,-2-6 0,-8 9 0,5 7 0,-13-2 0,10 16 0,-7 1 0,4 7 0,3 6 0,-3 0 0,-1 3 0,3 9 0,0-2 0,6 8 0,5-9 0,2-1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5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24575,'12'3'0,"43"7"0,0 7 0,-1-2 0,0 2 0,-6 1 0,8 5 0,-50-11 0,0 10 0,-3 24 0,-7-3 0,-8 27 0,-11-20 0,-7 10 0,-3-10 0,4-19 0,7-4 0,12-25 0,5-3 0,10-30 0,5 2 0,12-20 0,5 1 0,29-15-1429,3-1 1429,-21 24 0,-1 1 0,26-19 0,1-12 0,-28 25 0,-3 7 0,-19 2 0,-11 22 0,2-7 0,-5 13 1429,-5 5-1429,1 3 0,-11 7 0,5 6 0,-14 9 0,-1 15 0,-2 15 0,-1 7 0,9 5 0,8 0 0,6 3 0,10-1 0,11-1 0,8-14 0,15-1 0,38-6-1086,-2-7 1086,-2-20 0,3-5 0,-20-5 0,-1-1 0,13-1 0,-2-3 0,19-12 0,-13-8 0,-34-5 0,-11 1 0,-21 11 0,-6 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7 24575,'-4'-3'0,"-2"2"0,5-2 0,-2 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86 24575,'-7'0'0,"-1"2"0,0 3 0,1-1 0,6 0 0,4-4 0,31 0 0,32-6-775,31-7 775,-45 6 0,0 0 0,0-5 0,-3-1 0,23-4 0,-24 1 0,-21 6 0,-24 13 0,-2-2 0,-3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24575,'2'3'0,"3"2"0,1-5 0,3 3 0,-1-3 0,-2 2 0,-2 1 0,-6 2 0,-1 2 0,0-4 0,1 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16 24575,'-3'-5'0,"-2"2"0,2-2 0,-2 5 0,5-2 0,31 2 0,25 0 0,34 0 0,-35 0 0,1 0-696,41 0 696,-11 0 0,-33 0 0,-26 0 0,-15 0 0,-7 2 0,-3-2 0,1 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24575,'11'75'0,"2"12"0,-9-13 0,-1 4 0,0-9 0,0 2 0,-2 0 0,-1 6 0,-1-5-1455,-2 10 0,0-3 1455,3 11 0,-2-3 0,-4-23 0,0-7 0,5 9 921,-5-10-921,8-41 478,3-36-478,3-10 0,-3-12 0,-1 7 1511,-4 7-1511,0-5 0,0 22 0,0-4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24575,'5'4'0,"23"28"0,25 19 0,10 11-1931,-2-16 1,3 0 1930,-22-12 0,3 1 0,15 6 0,10 4 0,-9-4 0,-13-4 0,-3-1 0,22 9 0,-6-4 512,-25-9-512,-4-4 782,-18-8-782,4 10 0,-8-1 0,-1 7 0,-4 7 0,-1 40 0,-18-22 0,7-8 0,-6-1 0,-32 14 0,-11 8 503,15-35 1,-2-2-504,5-5 0,-2-1 0,-11 4 0,0-4 0,-17 12 566,-7-4-566,30-22 0,15 0 0,14-15 0,13-2 0,3-3 0,0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15 24575,'0'-5'0,"0"0"0,0 0 0,-4 7 0,2 1 0,-17 33 0,-1 7 0,-8 19 0,4 20 0,9-24 0,8 25 0,7-22 0,10-6 0,13-13 0,-3-18 0,14-15 0,-17-3 0,19-20 0,-22 6 0,21-38 0,-21 25 0,8-50 0,-11 37 0,-5-32 0,-6 29 0,-5-14 0,-10 6 0,-4 3 0,1 7 0,0 17 0,7 8 0,3 3 0,-2 7 0,2 0 0,0 2 0,-1 6 0,-7 7 0,7-5 0,-7 11 0,9-12 0,3 5 0,-1-6 0,14-3 0,-7-3 0,6-2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24575,'0'5'0,"0"0"0,3 5 0,-1 4 0,-2-3 0,0 15 0,0-13 0,0 28 0,0-27 0,0 34 0,0-33 0,-5 33 0,4-33 0,-3 11 0,4-12 0,0-8 0,0 6 0,0-5 0,0-1 0,0 3 0,0-3 0,0 1 0,2-2 0,7-2 0,4-1 0,6-2 0,5 0 0,-4 0 0,4-3 0,-11 2 0,0-4 0,-7 5 0,1-5 0,-2 5 0,0-3 0,0 1 0,0 2 0,0-5 0,0 4 0,0-3 0,0 3 0,0-3 0,0 3 0,3-3 0,-3 1 0,2 0 0,1-1 0,4 0 0,-4 1 0,4 0 0,-10 1 0,1 1 0,-3-1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153 117 24575,'-3'-10'0,"3"4"0,-5-2 0,5 4 0,-5 3 0,0-1 0,0 2 0,-13 12 0,-1 14 0,-4 8 0,3 9 0,-1 23 0,10-15 0,-2 31 0,8-35 0,5 26 0,8-32 0,0 10 0,6-28 0,1-8 0,0-6 0,5 0 0,-5-5 0,10-1 0,-8-6 0,10-4 0,-8-3 0,-2-6 0,-3 4 0,1-14 0,-1 2 0,-1-5 0,1-12 0,-8 18 0,0-26 0,2 4 0,-7 5 0,4-24 0,-5 17 0,-3 0 0,-7-9 0,2 33 0,-16-21 0,15 26 0,-10-7 0,13 17 0,-1 1 0,2 2 0,-2 2 0,1 1 0,-4 2 0,2 2 0,-2 1 0,0 4 0,-1 5 0,-1 3 0,3 0 0,-1 4 0,7 11 0,0-11 0,3 28 0,4-20 0,0 9 0,35 16 0,-9-21 0,25 15 0,14-7 0,-19-12 0,25 9 0,-22-10 0,-1-10 0,-14-3 0,-8-3 0,-18-4 0,-5 2 0,-1 3 0,-3 2 0,4 13 0,-6 10 0,3-9 0,-4 20 0,-5-13 0,-10 14 0,4-18 0,-9-2 0,12-21 0,-5 10 0,5-10 0,-1 2 0,13-11 0,2-4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24575,'0'5'0,"5"21"0,-4 13 0,4 23 0,-5 7 0,0 7 0,0 3 0,0-1 0,0-8 0,0-18 0,0-20 0,0-13 0,0-16 0,2-6 0,8-24 0,2 1 0,4-17 0,-3 7 0,-8 16 0,-1 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26 177 24575,'-8'0'0,"1"-2"0,2 2 0,0-3 0,4 3 0,10 0 0,27-5 0,35-2 0,27-6-558,-43 4 0,2 0 558,-2 2 0,0-1 0,-2-4 0,-3 0 0,30-2 0,-5-3 0,-7 0 0,-12 5 0,-3-3 0,-19 7 0,-21 4 0,-7 1 0,-4 3 0,-4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211 128 24575,'0'-8'0,"-2"5"0,1 6 0,-16 31 0,-3 8 0,-16 43 0,6-5-893,10-27 0,2 2 893,3-2 0,3-1 0,-9 38 0,4 7 0,15-48 431,6 17-431,3-40 0,12 1 0,3-18 0,22-10 0,-2-10 0,12-17 0,-17-9 0,0-10 0,-10-8 0,1-14 0,-11 12 0,0-23 0,-12 16 0,1-22 0,-6 0 0,0 7 1355,0 17-1355,-4 11 0,0 23 0,-7 1 0,3 12 0,-11-7 0,3 12 0,-7-6 0,3 12 0,1 2 0,6 4 0,2 3 0,6 3 0,-2 13 0,4-8 0,-6 28 0,8-8 0,1 35 0,12-5 0,17 9 0,13-2 0,11-16 0,-1-2 0,4-8 0,-12-11 0,-9-4 0,-3-2 0,-20-15 0,9 7 0,-8-5 0,-1 3 0,1 2 0,-9 8 0,2-6 0,-6 27 0,0-15 0,-5 25 0,-4-21 0,-10 3 0,-11-3 0,5-14 0,0-1 0,13-16 0,7-8 0,2-4 0,9-8 0,0 3 0,1 1 0,-3 6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49 24575,'-2'-3'0,"-1"3"0,-2 5 0,-31 77 0,15-28 0,-1 12 0,3 0 0,7 0 0,6 1 0,6-31 0,6-9 0,4-14 0,21-3 0,-1-8 0,23-22 0,-12 1 0,4-24 0,-9 1 0,-15 1 0,4-9 0,-15 12 0,0-20 0,-6 25 0,-9-23 0,0 26 0,-12-10 0,5 17 0,-17 2 0,16 12 0,-9-2 0,14 8 0,1 1 0,2 2 0,2 2 0,-5 7 0,4 0 0,-5 9 0,6-7 0,-3 8 0,6-11 0,-3 6 0,3-8 0,0-1 0,0-3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24575,'-11'5'0,"3"2"0,3-1 0,3 1 0,4-2 0,1-2 0,4 1 0,27-3 0,17 1 0,20-2 0,28 0 0,-2-6 0,0 4 0,-12-8 0,-40 6 0,-18-4 0,-20 5 0,-5 0 0,-4 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24575,'-2'18'0,"-1"-3"0,3 19 0,0 9 0,0 12 0,0-1 0,-5 27 0,3-8-1202,-9 15 1202,10 11 0,-4-34 0,5 17 0,0-42 0,0-3 0,0-25 0,0-9 0,0-1 0,0-5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49 24575,'-5'-3'0,"0"3"0,-12 20 0,-22 57 0,7-17-388,6 4 1,5 2 387,8 1 0,2 25 0,11-31 0,9-1 191,-4-22-191,24 1 0,-6-19 0,23 1 0,-8-12 0,13-4 584,-14-9-584,-1-3 0,-13-3 0,-11-5 0,2-8 0,-10-6 0,8-7 0,-11-7 0,3-10 0,-4 6 0,-5-26 0,-7 17 0,-12-28 0,0 20 0,-9-3 0,15 29 0,-10 0 0,14 18 0,-4 1 0,6 7 0,4 7 0,1 3 0,2 2 0,-2 2 0,1 3 0,-5 7 0,7 18 0,-7 15 0,10-5 0,1 23 0,18-8 0,21 32-1998,12-4 1998,4-13 0,-18-36 0,5-2 0,3-8 0,1-3-772,40 24 772,-26-24 0,0-3 0,7 4 0,2-2 0,-34-6 0,-23-5 0,-9 2 1914,1-2-1914,-3 9 856,1 4-856,-2 7 0,0 14 0,-8-5 0,6-6 0,-14 1 0,14-22 0,-8 10 0,11-20 0,0 3 0,17-15 0,-11 9 0,9-6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24575,'-3'10'0,"1"30"0,2 13 0,0 6 0,0 4 0,0 33 0,3-36 0,-1-2 0,0 19 0,5-32 0,-4-15 0,1-18 0,0-7 0,5-19 0,-5 8 0,20-49 0,-16 27 0,13-22 0,-17 23 0,-1 16 0,-3 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1 283 24575,'0'-5'0,"0"-1"0,0 1 0,2 3 0,3-1 0,7 3 0,26 0 0,2 0 0,14 0 0,-22 0 0,1 4 0,-20-1 0,19 27 0,-20 2 0,4 29 0,-11-14 0,-10 19 0,1-34 0,-13 31 0,8-30 0,-5 6 0,8-22 0,3-17 0,-2-10 0,4 1 0,-2-5 0,6 2 0,1-10 0,8-7 0,10-22 0,11-5 0,11-23-849,11 3 849,-28 31 0,-2 2 0,14-8 0,-4-22 0,-19 41 0,-1-12 0,-4 22 0,-8 10 0,-1 4 849,-6 8-849,-3 7 0,-5 5 0,-9 22 0,4-3 0,-9 19 0,16 3 0,-5 9 0,14 7 0,-4 7 0,16 10 0,-4-20 0,20 7 0,8-24 0,4-5 0,39 4-1063,13-23 1063,-43-14 0,3-4 0,7-7 0,0-5-97,22-13 97,6-20 0,-28 4 0,-13-8 0,-22 20 0,-15 0 0,-5 14 0,-6 3 0,1 3 0,-1 2 0,1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24575,'3'-15'0,"0"7"0,1 2 0,10 36 0,-6 8 0,3 30 0,-2 12 0,-5-16 0,-1 2-841,1 22 1,-1 2 840,-3-13 0,0-3 0,0-10 0,0 0 0,-4 14 0,1-1 0,2-19 0,0-4 0,-3 0 0,0-7 0,4-8 0,0-15 0,0-21 0,0-3 0,0-23 1681,0 4-1681,0-22 0,0 6 0,0 10 0,0 6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24575,'3'-3'0,"-3"3"0,8 3 0,22 20 0,6 2 0,38 26 0,7 1-967,-28-24 1,3-1 966,-1 0 0,-1-1 0,0-3 0,-2-1-408,32 14 408,-19-5 0,-29-14 0,-13-7 0,-20-5 0,0-1 1401,-3 19-1401,0 4 940,-13 35-940,7-23 0,-28 48 0,4 0-1637,-7 5 1637,10-26 0,1-4 0,1-9 0,-4 3 0,0-4 0,9-24 0,-34 53 0,35-57 0,-11 13 0,23-23 1637,1-11-1637,0 0 0,-4-3 0,3 3 0,2-3 0,5 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24575,'5'5'0,"-4"32"0,10 0 0,-10 34-1151,4-7 1151,-5-13 0,0 1 0,0 40 140,0-39 1,0-3-141,0 5 0,0-18 0,0-23 0,0-10 0,0-13 870,0-25-870,0-3 0,0-7 0,0 22 0,0 11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10 24575,'0'-6'0,"-3"3"0,-3 3 0,-15 23 0,-12 8 0,3 8 0,-36 29 0,33-33 0,-6 9 0,-1-2 0,12-12 0,-24 34 0,42-47 0,-7 10 0,22-18 0,-3-6 0,3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24575,'16'-10'0,"-6"3"0,45-13 0,6 1 0,-5 4 0,3-1-424,-9 2 1,0-1 423,7 0 0,-2 0 0,30-14 0,-36 14 209,-8 2-209,-40 16 0,-2 0 0,-2 3 0,-3-2 0,3 1 638,-3-4-638,-1 2 0,4-3 0,0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19 24575,'-3'7'0,"3"-4"0,3 2 0,6-1 0,6 3 0,3-4 0,24 1 0,-14-4 0,41 0 0,-21-6 0,44-2 0,-33-4 0,4 0 0,-31 3 0,-19 7 0,-2-1 0,-11 6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24575,'6'0'0,"0"0"0,0 0 0,32 0 0,10 0 0,24 0 0,-13 0 0,1 0-1234,25-7 1234,-10 0 0,-1-2 301,-1-6-301,17-10 0,-63 17 0,-7-4 0,-20 11 0,-4-2 0,1 3 0,0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24575,'-8'2'0,"2"-1"0,-2 3 0,5-1 0,-2 0 0,5 0 0,-3-3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11 24575,'-2'-5'0,"-1"2"0,-17 0 0,-4 8 0,-22 9 0,-4 6 0,-6 13 0,0-2 0,3 6 0,9 23 0,-6 11-493,31-23 1,5 2 492,-6 39 0,12-39 0,3 0 0,11 32 0,12-7 0,13-7 0,11-8 80,10-17-80,8-15 0,6-11 0,1-15 0,-11-7 0,-7-17 0,-20 0 0,9-28 0,-24 15 0,8-19 0,-10-17 0,-1 16 738,-4-25-738,-2 23 0,-11-7 167,1 13-167,-11-3 0,4 23 0,-5 2 0,-3 5 0,6 9 0,-10-5 0,-8 6 0,-9-4 0,5 5 0,-8-1 0,26 12 0,-6-2 0,11 7 0,5 2 0,5 3 0,0 23 0,3-10 0,17 39 0,-7-33 0,46 53 0,-5-31-425,-14-9 1,2 1 424,4-6 0,0-2 0,32 27 0,5-1 0,-34-25 0,3 4 0,-26-17 0,6 7 0,-11-4 0,-11-10 0,-4 5 849,-3-5-849,0 2 0,0 12 0,0-14 0,-5 21 0,-6-1 0,0-5 0,-16 22 0,14-35 0,-8 27 0,13-31 0,3 8 0,2-12 0,6-2 0,7 2 0,-6-5 0,5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13 24575,'-5'8'0,"-7"13"0,1-3 0,-4 35 0,-1-1 0,8 6 0,-1 14 0,12-44 0,0 14 0,10-31 0,1 3 0,7-7 0,15-14 0,-14-5 0,11-9 0,-21-16 0,-4-4 0,2-23 0,-8 13 0,-2-11 0,-7 29 0,-6-4 0,0 23 0,1 2 0,-3 9 0,3 1 0,-4 4 0,1 5 0,5 1 0,-2 5 0,7-5 0,2 2 0,0-4 0,3 0 0,0-4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24575,'6'-3'0,"46"-10"0,37-9 0,-35 7 0,0 1-4916,0 2 1,-6 0 3425,2-3 4308,-29 7-2818,-16 8 429,-2 0 1,-3 3 0,0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24575,'0'-9'0,"0"-6"0,5 6 0,-2-4 0,9-2 0,9 2 0,-6 1 0,29-1 0,-8 12 0,0-4 0,15 15 0,-31 9 0,22 21 0,-29 0 0,2 7 0,-15-1 0,-12 19 0,-1-5 0,-16 13 0,2-29 0,-6 4 0,11-27 0,6-3 0,11-19 0,16-35 0,7 5 0,5-24 0,9 5 0,3-1 0,0-1 0,20-10 0,-26 26 0,8-5 0,-14 9 0,-14 13 0,9-5 0,-17 16 0,3 3 0,-6 4 0,-3 19 0,-7 6 0,-7 25 0,8 25 0,1-11 0,10 2 0,15-12 0,1-25 0,28 11 0,0-19 0,28-3 0,-19-11 0,33 0 0,-49-12 0,23-4 0,-44-3 0,4-2 0,-17 0 0,0 8 0,-3-3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4 126 24575,'-3'-3'0,"7"3"0,15-7 0,26 6 0,21-15 0,-13 11 0,3 0 0,-3-7 0,0-1 0,11 4 0,-1 2 0,23-12 0,-21 8 0,-35 3 0,-18 4 0,-7 2 0,-2 0 0,2 1 0,-7 1 0,2 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91 24575,'-11'8'0,"9"-5"0,5 2 0,83-12 0,9-1 0,-24 2 0,11-1 0,-7-1-664,-8-3 0,-3 1 664,23-1 0,-11 1 324,-34-2-324,-14 4 0,-27 7 0,1-3 0,-7 3 0,4-1 0,-1 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24575,'9'0'0,"24"0"0,20 0 0,33-6 0,8-1 0,-40 2 0,1 0 0,42-4 0,-4-2 0,-25-1 0,-18 5 0,-31 0 0,-17 7 0,-5-3 0,-5 1 0,4 1 0,0-1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24575,'0'13'0,"5"32"0,-3 0 0,9 35 0,-3 11-1654,-1-3 1654,0-29 0,-2-1 0,-3 20 195,4 3-195,-6-9 0,3-27 0,-2 3 0,4-33 0,-2-9 310,0-3 0,0-4 0,-3-1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15 24575,'0'-6'0,"-2"1"0,-2 2 0,-5 9 0,3 1 0,-14 61 0,3-8 0,6-3 0,0 3 0,-8 26 0,12 5 0,1-1 0,9-36 0,4 7 0,3-45 0,14-1 0,-10-9 0,29-7 0,-19-13 0,25-14 0,-25 1 0,6-13 0,-17 9 0,0-7 0,-3-1 0,-5-8 0,4 7 0,-8-7 0,3 0 0,-4 15 0,-8-13 0,-1 22 0,-14-9 0,9 17 0,-20-14 0,-1 13 0,-1-1 0,-8 2 0,21 14 0,1-3 0,9 13 0,10 2 0,0 26 0,3 4 0,4 7 0,8 14 0,5-11 0,17 8 0,18 8 0,4-15 0,13 5 0,-2-15 0,-9-8 0,17 10 0,-16-13 0,-8 1 0,-19-15 0,-19-5 0,-8-1 0,-3-1 0,-2-1 0,-2 1 0,-7 11 0,-16 8 0,7-2 0,-19 14 0,13-11 0,3 0 0,5-4 0,14-17 0,2-4 0,0-3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25 24575,'-3'-5'0,"3"-1"0,-3 1 0,3-1 0,-2 3 0,-4 6 0,-12 23 0,-6 5 0,-6 32 0,7-9 0,5 18 0,12-14 0,0-9 0,16 3 0,2-30 0,9 8 0,16-24 0,-4-7 0,21-10 0,-18-9 0,1-10 0,-17-5 0,-6-3 0,-9-1 0,-1-7 0,-8 5 0,-2-6 0,-8 9 0,5 7 0,-13-2 0,10 16 0,-7 1 0,4 7 0,3 6 0,-3 0 0,-1 3 0,3 9 0,0-2 0,6 8 0,5-9 0,2-1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24575,'12'3'0,"43"7"0,0 7 0,-1-2 0,0 2 0,-6 1 0,8 5 0,-50-11 0,0 10 0,-3 24 0,-7-3 0,-8 27 0,-11-20 0,-7 10 0,-3-10 0,4-19 0,7-4 0,12-25 0,5-3 0,10-30 0,5 2 0,12-20 0,5 1 0,29-15-1429,3-1 1429,-21 24 0,-1 1 0,26-19 0,1-12 0,-28 25 0,-3 7 0,-19 2 0,-11 22 0,2-7 0,-5 13 1429,-5 5-1429,1 3 0,-11 7 0,5 6 0,-14 9 0,-1 15 0,-2 15 0,-1 7 0,9 5 0,8 0 0,6 3 0,10-1 0,11-1 0,8-14 0,15-1 0,38-6-1086,-2-7 1086,-2-20 0,3-5 0,-20-5 0,-1-1 0,13-1 0,-2-3 0,19-12 0,-13-8 0,-34-5 0,-11 1 0,-21 11 0,-6 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A790AC59-1FB2-9647-8C3B-0518001CA0B4}" type="datetimeFigureOut">
              <a:rPr lang="en-US" smtClean="0"/>
              <a:pPr/>
              <a:t>12/15/25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852C2B71-F5CA-2243-A535-BD5F5BCD22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61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2C2B71-F5CA-2243-A535-BD5F5BCD227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6B34-73D7-D820-DD01-AF8BB7B79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A42AB-D9C5-E6D5-A202-5E488EB26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C8B1A-42BF-FE41-8243-9B841A47D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6F4AD-C54C-5340-8F80-C42F7AC37EA1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4BDC-728A-C754-9EA9-516CAB59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86049-A326-1016-0E0B-AB43711E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2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8A95-4ECB-D8B6-19E6-FAD04C6D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9A5F5-C274-7FAF-E6A0-AF27CA185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514B8-7934-EF5E-9EF6-D52CAC401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803-8B8A-D146-BB5B-9FAFDC3AB0F2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DF936-E428-82B4-496D-C1462880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5CEF2-AB65-BECA-83CC-D5EE3D15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0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7ABC-4265-5EA0-05E5-57AF4E140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93430-D88D-DFAC-1DCD-A5B4A9577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65260-E0A6-2433-5019-932D3536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0C24-C7F6-A443-A9D1-2438A768F8E3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F773E-C0D5-4A58-0D33-B359D93D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EE447-A646-A06D-1FF2-1465B2B5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4335-D06F-1ABA-3F92-E6DF6F36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93561-EFA2-3EE6-B8E6-BD072B8F2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AE842-8C8C-8ABC-9C88-DBBB40DE2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43319-4EB7-B8BD-53C2-D75E9E7B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5FFC-8697-294A-9EE6-5C12F5A8FE78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5ECF7-3369-110C-96B8-1BD16E99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222D6-AC60-1033-2405-6B18FF5B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3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131D-920D-E5AF-D7DB-B716C4B68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E573D-0C8D-3D5D-AC98-19D743356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12966-37C8-B308-4474-CEFBDE815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102E3-61BC-4F40-715B-22432E3D5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8F8D2-FF58-A6A4-7263-FC8A150A2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E23547-D011-23DF-A782-5477D0D7A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DB27-349E-3A46-ADAC-46C056AA7E9E}" type="datetime1">
              <a:rPr lang="en-US" smtClean="0"/>
              <a:t>12/15/25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29EDC-FCC4-9DFD-7AAB-F355DCDE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E0DB69-5B44-8BA9-CF8F-A66D37A8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FF90-2558-2087-7D48-A18E5908A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AF63E-385B-8D7D-D45F-535F7CA2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F80C-80D9-8D45-BF72-6691DED12E23}" type="datetime1">
              <a:rPr lang="en-US" smtClean="0"/>
              <a:t>12/15/25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BE8C7-EC36-CE03-85E6-9A3A1326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3356C-5B67-FE84-ED79-02DBC441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9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E1784F-3FBD-256C-ADA8-E6FE8D1E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4567D-60A2-A347-B858-3FCEDD02ED69}" type="datetime1">
              <a:rPr lang="en-US" smtClean="0"/>
              <a:t>12/15/25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C27AF-A30C-370F-3BE6-B685CBDE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D9E73-C22F-85BA-213C-6CBB609BE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0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54E-427B-1DAA-9326-75DA56C8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51C21-5A1A-B3AE-8B45-EC0608FC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6C9A6-5749-25D1-1A20-2A4C6F078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A20FD-68A8-3326-7A1F-57810FBA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6DA9-5A69-2341-B1DC-C6F3B5ADC5C2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A56ED-FAC9-471F-D33B-7DFA55A4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90F8E-AE01-6DAA-D351-ADCA3A85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8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9BD7-C8FA-2FEC-DB2F-935C8A00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452F7E-9CC5-9619-358B-68F562F35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294E2-9D35-854C-3F8F-3DEA23BE5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4F37C-7A46-4BF3-257E-516609E5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512B-5102-5D4B-B071-6CD36A0DDD56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12F1-993B-18C7-7E20-A41B71D9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58809-9A4F-DCDD-50F7-0F828A42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1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E5F9-57C5-4C72-9711-87959BD5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022DE-0D3A-0DA8-4053-13DABFD56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FFDA4-F3ED-E6A6-05BC-374CA17C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D1DF-7AF4-A64D-9A23-8BB5476534B0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8CFE9-25D6-AD27-0E48-F378141C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EDA54-4D12-2DA6-F88B-F5783531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5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E68D3-7F52-A49C-9F8F-471C502CA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0C6D7-ACBC-5B59-1ACD-A32BFFFD6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2DA9-7FA9-C66D-8228-9389527D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9345-6FED-764F-B7E5-58B8B6104E66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4818D-7153-28CF-08BE-316045C8A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D346E-94BB-B26C-649A-117207C7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7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D2BDC7-E0A7-C9C7-61EF-A89D293D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F58CF-DE86-1E84-D04E-5383D35F6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0284C-E50F-5D2A-6EBC-B915ED1D1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CAB288D-ACDE-7042-9092-CA3362F0D793}" type="datetime1">
              <a:rPr lang="en-US" smtClean="0"/>
              <a:pPr/>
              <a:t>12/15/25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0B1A9-8EC5-78A5-36EB-97C63BC8D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B0DFD-7958-EE6B-1C32-74F9A325A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7B59D6D-BBE8-2E4A-838C-1AECC9DF24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03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0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44.png"/><Relationship Id="rId112" Type="http://schemas.openxmlformats.org/officeDocument/2006/relationships/customXml" Target="../ink/ink55.xml"/><Relationship Id="rId16" Type="http://schemas.openxmlformats.org/officeDocument/2006/relationships/customXml" Target="../ink/ink7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5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39.png"/><Relationship Id="rId102" Type="http://schemas.openxmlformats.org/officeDocument/2006/relationships/customXml" Target="../ink/ink50.xml"/><Relationship Id="rId5" Type="http://schemas.openxmlformats.org/officeDocument/2006/relationships/image" Target="../media/image2.png"/><Relationship Id="rId90" Type="http://schemas.openxmlformats.org/officeDocument/2006/relationships/customXml" Target="../ink/ink44.xml"/><Relationship Id="rId95" Type="http://schemas.openxmlformats.org/officeDocument/2006/relationships/image" Target="../media/image47.png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39.xml"/><Relationship Id="rId85" Type="http://schemas.openxmlformats.org/officeDocument/2006/relationships/image" Target="../media/image42.pn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8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3.xml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49" Type="http://schemas.openxmlformats.org/officeDocument/2006/relationships/image" Target="../media/image24.png"/><Relationship Id="rId114" Type="http://schemas.openxmlformats.org/officeDocument/2006/relationships/customXml" Target="../ink/ink56.xml"/><Relationship Id="rId10" Type="http://schemas.openxmlformats.org/officeDocument/2006/relationships/customXml" Target="../ink/ink4.xml"/><Relationship Id="rId31" Type="http://schemas.openxmlformats.org/officeDocument/2006/relationships/image" Target="../media/image15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8.xml"/><Relationship Id="rId81" Type="http://schemas.openxmlformats.org/officeDocument/2006/relationships/image" Target="../media/image40.png"/><Relationship Id="rId86" Type="http://schemas.openxmlformats.org/officeDocument/2006/relationships/customXml" Target="../ink/ink42.xml"/><Relationship Id="rId94" Type="http://schemas.openxmlformats.org/officeDocument/2006/relationships/customXml" Target="../ink/ink46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7.png"/><Relationship Id="rId76" Type="http://schemas.openxmlformats.org/officeDocument/2006/relationships/customXml" Target="../ink/ink37.xml"/><Relationship Id="rId97" Type="http://schemas.openxmlformats.org/officeDocument/2006/relationships/image" Target="../media/image48.png"/><Relationship Id="rId104" Type="http://schemas.openxmlformats.org/officeDocument/2006/relationships/customXml" Target="../ink/ink51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5.xml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4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2.png"/><Relationship Id="rId66" Type="http://schemas.openxmlformats.org/officeDocument/2006/relationships/customXml" Target="../ink/ink32.xml"/><Relationship Id="rId87" Type="http://schemas.openxmlformats.org/officeDocument/2006/relationships/image" Target="../media/image43.png"/><Relationship Id="rId110" Type="http://schemas.openxmlformats.org/officeDocument/2006/relationships/customXml" Target="../ink/ink54.xml"/><Relationship Id="rId115" Type="http://schemas.openxmlformats.org/officeDocument/2006/relationships/image" Target="../media/image57.png"/><Relationship Id="rId61" Type="http://schemas.openxmlformats.org/officeDocument/2006/relationships/image" Target="../media/image30.png"/><Relationship Id="rId82" Type="http://schemas.openxmlformats.org/officeDocument/2006/relationships/customXml" Target="../ink/ink40.xml"/><Relationship Id="rId19" Type="http://schemas.openxmlformats.org/officeDocument/2006/relationships/image" Target="../media/image9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17.png"/><Relationship Id="rId56" Type="http://schemas.openxmlformats.org/officeDocument/2006/relationships/customXml" Target="../ink/ink27.xml"/><Relationship Id="rId77" Type="http://schemas.openxmlformats.org/officeDocument/2006/relationships/image" Target="../media/image38.png"/><Relationship Id="rId100" Type="http://schemas.openxmlformats.org/officeDocument/2006/relationships/customXml" Target="../ink/ink49.xml"/><Relationship Id="rId105" Type="http://schemas.openxmlformats.org/officeDocument/2006/relationships/image" Target="../media/image52.png"/><Relationship Id="rId8" Type="http://schemas.openxmlformats.org/officeDocument/2006/relationships/customXml" Target="../ink/ink3.xml"/><Relationship Id="rId51" Type="http://schemas.openxmlformats.org/officeDocument/2006/relationships/image" Target="../media/image25.png"/><Relationship Id="rId72" Type="http://schemas.openxmlformats.org/officeDocument/2006/relationships/customXml" Target="../ink/ink35.xml"/><Relationship Id="rId93" Type="http://schemas.openxmlformats.org/officeDocument/2006/relationships/image" Target="../media/image46.png"/><Relationship Id="rId98" Type="http://schemas.openxmlformats.org/officeDocument/2006/relationships/customXml" Target="../ink/ink48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2.xml"/><Relationship Id="rId67" Type="http://schemas.openxmlformats.org/officeDocument/2006/relationships/image" Target="../media/image33.png"/><Relationship Id="rId116" Type="http://schemas.openxmlformats.org/officeDocument/2006/relationships/customXml" Target="../ink/ink57.xml"/><Relationship Id="rId20" Type="http://schemas.openxmlformats.org/officeDocument/2006/relationships/customXml" Target="../ink/ink9.xml"/><Relationship Id="rId41" Type="http://schemas.openxmlformats.org/officeDocument/2006/relationships/image" Target="../media/image20.png"/><Relationship Id="rId62" Type="http://schemas.openxmlformats.org/officeDocument/2006/relationships/customXml" Target="../ink/ink30.xml"/><Relationship Id="rId83" Type="http://schemas.openxmlformats.org/officeDocument/2006/relationships/image" Target="../media/image41.png"/><Relationship Id="rId88" Type="http://schemas.openxmlformats.org/officeDocument/2006/relationships/customXml" Target="../ink/ink43.xml"/><Relationship Id="rId111" Type="http://schemas.openxmlformats.org/officeDocument/2006/relationships/image" Target="../media/image55.png"/><Relationship Id="rId15" Type="http://schemas.openxmlformats.org/officeDocument/2006/relationships/image" Target="../media/image7.png"/><Relationship Id="rId36" Type="http://schemas.openxmlformats.org/officeDocument/2006/relationships/customXml" Target="../ink/ink17.xml"/><Relationship Id="rId57" Type="http://schemas.openxmlformats.org/officeDocument/2006/relationships/image" Target="../media/image28.png"/><Relationship Id="rId106" Type="http://schemas.openxmlformats.org/officeDocument/2006/relationships/customXml" Target="../ink/ink5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0.xml"/><Relationship Id="rId21" Type="http://schemas.openxmlformats.org/officeDocument/2006/relationships/image" Target="../media/image23.png"/><Relationship Id="rId42" Type="http://schemas.openxmlformats.org/officeDocument/2006/relationships/customXml" Target="../ink/ink78.xml"/><Relationship Id="rId47" Type="http://schemas.openxmlformats.org/officeDocument/2006/relationships/image" Target="../media/image36.png"/><Relationship Id="rId63" Type="http://schemas.openxmlformats.org/officeDocument/2006/relationships/image" Target="../media/image52.png"/><Relationship Id="rId68" Type="http://schemas.openxmlformats.org/officeDocument/2006/relationships/customXml" Target="../ink/ink91.xml"/><Relationship Id="rId2" Type="http://schemas.openxmlformats.org/officeDocument/2006/relationships/customXml" Target="../ink/ink58.xml"/><Relationship Id="rId16" Type="http://schemas.openxmlformats.org/officeDocument/2006/relationships/customXml" Target="../ink/ink65.xml"/><Relationship Id="rId29" Type="http://schemas.openxmlformats.org/officeDocument/2006/relationships/image" Target="../media/image27.png"/><Relationship Id="rId11" Type="http://schemas.openxmlformats.org/officeDocument/2006/relationships/image" Target="../media/image18.png"/><Relationship Id="rId24" Type="http://schemas.openxmlformats.org/officeDocument/2006/relationships/customXml" Target="../ink/ink69.xml"/><Relationship Id="rId32" Type="http://schemas.openxmlformats.org/officeDocument/2006/relationships/customXml" Target="../ink/ink73.xml"/><Relationship Id="rId37" Type="http://schemas.openxmlformats.org/officeDocument/2006/relationships/image" Target="../media/image31.png"/><Relationship Id="rId40" Type="http://schemas.openxmlformats.org/officeDocument/2006/relationships/customXml" Target="../ink/ink77.xml"/><Relationship Id="rId45" Type="http://schemas.openxmlformats.org/officeDocument/2006/relationships/image" Target="../media/image35.png"/><Relationship Id="rId53" Type="http://schemas.openxmlformats.org/officeDocument/2006/relationships/image" Target="../media/image47.png"/><Relationship Id="rId58" Type="http://schemas.openxmlformats.org/officeDocument/2006/relationships/customXml" Target="../ink/ink86.xml"/><Relationship Id="rId66" Type="http://schemas.openxmlformats.org/officeDocument/2006/relationships/customXml" Target="../ink/ink90.xml"/><Relationship Id="rId74" Type="http://schemas.openxmlformats.org/officeDocument/2006/relationships/customXml" Target="../ink/ink94.xml"/><Relationship Id="rId5" Type="http://schemas.openxmlformats.org/officeDocument/2006/relationships/image" Target="../media/image15.png"/><Relationship Id="rId61" Type="http://schemas.openxmlformats.org/officeDocument/2006/relationships/image" Target="../media/image51.png"/><Relationship Id="rId19" Type="http://schemas.openxmlformats.org/officeDocument/2006/relationships/image" Target="../media/image22.png"/><Relationship Id="rId14" Type="http://schemas.openxmlformats.org/officeDocument/2006/relationships/customXml" Target="../ink/ink64.xml"/><Relationship Id="rId22" Type="http://schemas.openxmlformats.org/officeDocument/2006/relationships/customXml" Target="../ink/ink68.xml"/><Relationship Id="rId27" Type="http://schemas.openxmlformats.org/officeDocument/2006/relationships/image" Target="../media/image26.png"/><Relationship Id="rId30" Type="http://schemas.openxmlformats.org/officeDocument/2006/relationships/customXml" Target="../ink/ink72.xml"/><Relationship Id="rId35" Type="http://schemas.openxmlformats.org/officeDocument/2006/relationships/image" Target="../media/image30.png"/><Relationship Id="rId43" Type="http://schemas.openxmlformats.org/officeDocument/2006/relationships/image" Target="../media/image34.png"/><Relationship Id="rId48" Type="http://schemas.openxmlformats.org/officeDocument/2006/relationships/customXml" Target="../ink/ink81.xml"/><Relationship Id="rId56" Type="http://schemas.openxmlformats.org/officeDocument/2006/relationships/customXml" Target="../ink/ink85.xml"/><Relationship Id="rId64" Type="http://schemas.openxmlformats.org/officeDocument/2006/relationships/customXml" Target="../ink/ink89.xml"/><Relationship Id="rId69" Type="http://schemas.openxmlformats.org/officeDocument/2006/relationships/image" Target="../media/image55.png"/><Relationship Id="rId8" Type="http://schemas.openxmlformats.org/officeDocument/2006/relationships/customXml" Target="../ink/ink61.xml"/><Relationship Id="rId51" Type="http://schemas.openxmlformats.org/officeDocument/2006/relationships/image" Target="../media/image38.png"/><Relationship Id="rId72" Type="http://schemas.openxmlformats.org/officeDocument/2006/relationships/customXml" Target="../ink/ink93.xml"/><Relationship Id="rId3" Type="http://schemas.openxmlformats.org/officeDocument/2006/relationships/image" Target="../media/image2.png"/><Relationship Id="rId12" Type="http://schemas.openxmlformats.org/officeDocument/2006/relationships/customXml" Target="../ink/ink63.xml"/><Relationship Id="rId17" Type="http://schemas.openxmlformats.org/officeDocument/2006/relationships/image" Target="../media/image21.png"/><Relationship Id="rId25" Type="http://schemas.openxmlformats.org/officeDocument/2006/relationships/image" Target="../media/image25.png"/><Relationship Id="rId33" Type="http://schemas.openxmlformats.org/officeDocument/2006/relationships/image" Target="../media/image29.png"/><Relationship Id="rId38" Type="http://schemas.openxmlformats.org/officeDocument/2006/relationships/customXml" Target="../ink/ink76.xml"/><Relationship Id="rId46" Type="http://schemas.openxmlformats.org/officeDocument/2006/relationships/customXml" Target="../ink/ink80.xml"/><Relationship Id="rId59" Type="http://schemas.openxmlformats.org/officeDocument/2006/relationships/image" Target="../media/image50.png"/><Relationship Id="rId67" Type="http://schemas.openxmlformats.org/officeDocument/2006/relationships/image" Target="../media/image54.png"/><Relationship Id="rId20" Type="http://schemas.openxmlformats.org/officeDocument/2006/relationships/customXml" Target="../ink/ink67.xml"/><Relationship Id="rId41" Type="http://schemas.openxmlformats.org/officeDocument/2006/relationships/image" Target="../media/image33.png"/><Relationship Id="rId54" Type="http://schemas.openxmlformats.org/officeDocument/2006/relationships/customXml" Target="../ink/ink84.xml"/><Relationship Id="rId62" Type="http://schemas.openxmlformats.org/officeDocument/2006/relationships/customXml" Target="../ink/ink88.xml"/><Relationship Id="rId70" Type="http://schemas.openxmlformats.org/officeDocument/2006/relationships/customXml" Target="../ink/ink92.xml"/><Relationship Id="rId75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.xml"/><Relationship Id="rId15" Type="http://schemas.openxmlformats.org/officeDocument/2006/relationships/image" Target="../media/image20.png"/><Relationship Id="rId23" Type="http://schemas.openxmlformats.org/officeDocument/2006/relationships/image" Target="../media/image24.png"/><Relationship Id="rId28" Type="http://schemas.openxmlformats.org/officeDocument/2006/relationships/customXml" Target="../ink/ink71.xml"/><Relationship Id="rId36" Type="http://schemas.openxmlformats.org/officeDocument/2006/relationships/customXml" Target="../ink/ink75.xml"/><Relationship Id="rId49" Type="http://schemas.openxmlformats.org/officeDocument/2006/relationships/image" Target="../media/image37.png"/><Relationship Id="rId57" Type="http://schemas.openxmlformats.org/officeDocument/2006/relationships/image" Target="../media/image49.png"/><Relationship Id="rId10" Type="http://schemas.openxmlformats.org/officeDocument/2006/relationships/customXml" Target="../ink/ink62.xml"/><Relationship Id="rId31" Type="http://schemas.openxmlformats.org/officeDocument/2006/relationships/image" Target="../media/image28.png"/><Relationship Id="rId44" Type="http://schemas.openxmlformats.org/officeDocument/2006/relationships/customXml" Target="../ink/ink79.xml"/><Relationship Id="rId52" Type="http://schemas.openxmlformats.org/officeDocument/2006/relationships/customXml" Target="../ink/ink83.xml"/><Relationship Id="rId60" Type="http://schemas.openxmlformats.org/officeDocument/2006/relationships/customXml" Target="../ink/ink87.xml"/><Relationship Id="rId65" Type="http://schemas.openxmlformats.org/officeDocument/2006/relationships/image" Target="../media/image53.png"/><Relationship Id="rId73" Type="http://schemas.openxmlformats.org/officeDocument/2006/relationships/image" Target="../media/image57.png"/><Relationship Id="rId4" Type="http://schemas.openxmlformats.org/officeDocument/2006/relationships/customXml" Target="../ink/ink59.xml"/><Relationship Id="rId9" Type="http://schemas.openxmlformats.org/officeDocument/2006/relationships/image" Target="../media/image17.png"/><Relationship Id="rId13" Type="http://schemas.openxmlformats.org/officeDocument/2006/relationships/image" Target="../media/image19.png"/><Relationship Id="rId18" Type="http://schemas.openxmlformats.org/officeDocument/2006/relationships/customXml" Target="../ink/ink66.xml"/><Relationship Id="rId39" Type="http://schemas.openxmlformats.org/officeDocument/2006/relationships/image" Target="../media/image32.png"/><Relationship Id="rId34" Type="http://schemas.openxmlformats.org/officeDocument/2006/relationships/customXml" Target="../ink/ink74.xml"/><Relationship Id="rId50" Type="http://schemas.openxmlformats.org/officeDocument/2006/relationships/customXml" Target="../ink/ink82.xml"/><Relationship Id="rId55" Type="http://schemas.openxmlformats.org/officeDocument/2006/relationships/image" Target="../media/image48.png"/><Relationship Id="rId7" Type="http://schemas.openxmlformats.org/officeDocument/2006/relationships/image" Target="../media/image16.png"/><Relationship Id="rId71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E82B5420-23BE-67EC-A1DE-0E5CEB50B0C1}"/>
              </a:ext>
            </a:extLst>
          </p:cNvPr>
          <p:cNvSpPr txBox="1">
            <a:spLocks/>
          </p:cNvSpPr>
          <p:nvPr/>
        </p:nvSpPr>
        <p:spPr>
          <a:xfrm>
            <a:off x="753600" y="1509688"/>
            <a:ext cx="10820400" cy="4587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z="4000" spc="-10" dirty="0"/>
              <a:t>Week 12 Recitation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40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40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z="3200" spc="-10" dirty="0"/>
              <a:t>Op-Amp &amp; Review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32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pc="-10" dirty="0">
                <a:solidFill>
                  <a:srgbClr val="006FC0"/>
                </a:solidFill>
                <a:latin typeface="Georgia"/>
                <a:cs typeface="Georgia"/>
              </a:rPr>
              <a:t>Rifat Bin Rashid 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pc="-10" dirty="0">
                <a:solidFill>
                  <a:srgbClr val="006FC0"/>
                </a:solidFill>
                <a:latin typeface="Georgia"/>
                <a:cs typeface="Georgia"/>
              </a:rPr>
              <a:t>Teaching Assistant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Dept.</a:t>
            </a:r>
            <a:r>
              <a:rPr lang="en-US" spc="-3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of</a:t>
            </a:r>
            <a:r>
              <a:rPr lang="en-US" spc="-4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ECE,</a:t>
            </a:r>
            <a:r>
              <a:rPr lang="en-US" spc="-6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spc="-20" dirty="0">
                <a:solidFill>
                  <a:srgbClr val="006FC0"/>
                </a:solidFill>
                <a:latin typeface="Georgia"/>
                <a:cs typeface="Georgia"/>
              </a:rPr>
              <a:t>Rutgers University</a:t>
            </a:r>
            <a:endParaRPr lang="en-US" dirty="0">
              <a:latin typeface="Georgia"/>
              <a:cs typeface="Georgia"/>
            </a:endParaRPr>
          </a:p>
          <a:p>
            <a:pPr marL="1597660" marR="1589405" indent="783590">
              <a:lnSpc>
                <a:spcPct val="124600"/>
              </a:lnSpc>
            </a:pPr>
            <a:endParaRPr lang="en-US" spc="-10" dirty="0">
              <a:solidFill>
                <a:srgbClr val="006FC0"/>
              </a:solidFill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27322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2FFD88-6402-E579-A28E-5E7B337C89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270443"/>
              </p:ext>
            </p:extLst>
          </p:nvPr>
        </p:nvGraphicFramePr>
        <p:xfrm>
          <a:off x="4752057" y="1069358"/>
          <a:ext cx="7259920" cy="5628808"/>
        </p:xfrm>
        <a:graphic>
          <a:graphicData uri="http://schemas.openxmlformats.org/drawingml/2006/table">
            <a:tbl>
              <a:tblPr/>
              <a:tblGrid>
                <a:gridCol w="4454496">
                  <a:extLst>
                    <a:ext uri="{9D8B030D-6E8A-4147-A177-3AD203B41FA5}">
                      <a16:colId xmlns:a16="http://schemas.microsoft.com/office/drawing/2014/main" val="1896612229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3482816524"/>
                    </a:ext>
                  </a:extLst>
                </a:gridCol>
                <a:gridCol w="331825">
                  <a:extLst>
                    <a:ext uri="{9D8B030D-6E8A-4147-A177-3AD203B41FA5}">
                      <a16:colId xmlns:a16="http://schemas.microsoft.com/office/drawing/2014/main" val="3431645343"/>
                    </a:ext>
                  </a:extLst>
                </a:gridCol>
                <a:gridCol w="341879">
                  <a:extLst>
                    <a:ext uri="{9D8B030D-6E8A-4147-A177-3AD203B41FA5}">
                      <a16:colId xmlns:a16="http://schemas.microsoft.com/office/drawing/2014/main" val="428251378"/>
                    </a:ext>
                  </a:extLst>
                </a:gridCol>
                <a:gridCol w="372045">
                  <a:extLst>
                    <a:ext uri="{9D8B030D-6E8A-4147-A177-3AD203B41FA5}">
                      <a16:colId xmlns:a16="http://schemas.microsoft.com/office/drawing/2014/main" val="1313659036"/>
                    </a:ext>
                  </a:extLst>
                </a:gridCol>
                <a:gridCol w="361991">
                  <a:extLst>
                    <a:ext uri="{9D8B030D-6E8A-4147-A177-3AD203B41FA5}">
                      <a16:colId xmlns:a16="http://schemas.microsoft.com/office/drawing/2014/main" val="3993707384"/>
                    </a:ext>
                  </a:extLst>
                </a:gridCol>
                <a:gridCol w="341879">
                  <a:extLst>
                    <a:ext uri="{9D8B030D-6E8A-4147-A177-3AD203B41FA5}">
                      <a16:colId xmlns:a16="http://schemas.microsoft.com/office/drawing/2014/main" val="1374479345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3307900395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1107487408"/>
                    </a:ext>
                  </a:extLst>
                </a:gridCol>
              </a:tblGrid>
              <a:tr h="256757">
                <a:tc rowSpan="9"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1800">
                        <a:effectLst/>
                      </a:endParaRPr>
                    </a:p>
                  </a:txBody>
                  <a:tcPr marL="48460" marR="48460" marT="48460" marB="484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058828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25647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389831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69814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321336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98588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962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6727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37516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C3A353A-0409-6B62-F961-D03B16C55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3" y="-119007"/>
            <a:ext cx="10926889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(20 points) Examine the following schematic. Label each AND gate with the term it computes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(ex. Q1’Q0X’) Then fill in the equation of each variable.  Then complete the truth table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D1 = 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D0 = 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 = ____________________________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 = ____________________________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 = ____________________________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3A5D4C-6BEF-96A2-0F8C-2CCF188D9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275" y="1225025"/>
            <a:ext cx="3904261" cy="531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399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76DBA-AD6B-B545-9186-6EDDDE92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3EFBFF-9BB1-FD72-076E-4D102074920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52057" y="1069358"/>
          <a:ext cx="7259920" cy="5628808"/>
        </p:xfrm>
        <a:graphic>
          <a:graphicData uri="http://schemas.openxmlformats.org/drawingml/2006/table">
            <a:tbl>
              <a:tblPr/>
              <a:tblGrid>
                <a:gridCol w="4454496">
                  <a:extLst>
                    <a:ext uri="{9D8B030D-6E8A-4147-A177-3AD203B41FA5}">
                      <a16:colId xmlns:a16="http://schemas.microsoft.com/office/drawing/2014/main" val="1896612229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3482816524"/>
                    </a:ext>
                  </a:extLst>
                </a:gridCol>
                <a:gridCol w="331825">
                  <a:extLst>
                    <a:ext uri="{9D8B030D-6E8A-4147-A177-3AD203B41FA5}">
                      <a16:colId xmlns:a16="http://schemas.microsoft.com/office/drawing/2014/main" val="3431645343"/>
                    </a:ext>
                  </a:extLst>
                </a:gridCol>
                <a:gridCol w="341879">
                  <a:extLst>
                    <a:ext uri="{9D8B030D-6E8A-4147-A177-3AD203B41FA5}">
                      <a16:colId xmlns:a16="http://schemas.microsoft.com/office/drawing/2014/main" val="428251378"/>
                    </a:ext>
                  </a:extLst>
                </a:gridCol>
                <a:gridCol w="372045">
                  <a:extLst>
                    <a:ext uri="{9D8B030D-6E8A-4147-A177-3AD203B41FA5}">
                      <a16:colId xmlns:a16="http://schemas.microsoft.com/office/drawing/2014/main" val="1313659036"/>
                    </a:ext>
                  </a:extLst>
                </a:gridCol>
                <a:gridCol w="361991">
                  <a:extLst>
                    <a:ext uri="{9D8B030D-6E8A-4147-A177-3AD203B41FA5}">
                      <a16:colId xmlns:a16="http://schemas.microsoft.com/office/drawing/2014/main" val="3993707384"/>
                    </a:ext>
                  </a:extLst>
                </a:gridCol>
                <a:gridCol w="341879">
                  <a:extLst>
                    <a:ext uri="{9D8B030D-6E8A-4147-A177-3AD203B41FA5}">
                      <a16:colId xmlns:a16="http://schemas.microsoft.com/office/drawing/2014/main" val="1374479345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3307900395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1107487408"/>
                    </a:ext>
                  </a:extLst>
                </a:gridCol>
              </a:tblGrid>
              <a:tr h="256757">
                <a:tc rowSpan="9"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1800">
                        <a:effectLst/>
                      </a:endParaRPr>
                    </a:p>
                  </a:txBody>
                  <a:tcPr marL="48460" marR="48460" marT="48460" marB="484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058828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25647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389831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69814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321336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98588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962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6727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37516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F89D198-57E3-DF26-920E-72E912E35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3" y="-119007"/>
            <a:ext cx="10926889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(20 points) Examine the following schematic. Label each AND gate with the term it computes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(ex. Q1’Q0X’) Then fill in the equation of each variable.  Then complete the truth table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D1 = 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D0 = 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 = ____________________________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 = ____________________________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 = ____________________________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219DFA-1933-CBBE-69F5-8598D3DE6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275" y="1225025"/>
            <a:ext cx="3904261" cy="531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D59162-2755-0B8A-6156-DC0EFCFC5CC7}"/>
                  </a:ext>
                </a:extLst>
              </p14:cNvPr>
              <p14:cNvContentPartPr/>
              <p14:nvPr/>
            </p14:nvContentPartPr>
            <p14:xfrm>
              <a:off x="3424002" y="4289188"/>
              <a:ext cx="5400" cy="2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D59162-2755-0B8A-6156-DC0EFCFC5C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7882" y="4283068"/>
                <a:ext cx="17640" cy="1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2908D16B-8225-632F-B19C-693238AFB1D6}"/>
              </a:ext>
            </a:extLst>
          </p:cNvPr>
          <p:cNvGrpSpPr/>
          <p:nvPr/>
        </p:nvGrpSpPr>
        <p:grpSpPr>
          <a:xfrm>
            <a:off x="6289401" y="4337040"/>
            <a:ext cx="113400" cy="144360"/>
            <a:chOff x="6289401" y="4337040"/>
            <a:chExt cx="113400" cy="1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01BDA85-DE1B-2343-6654-E0C9D88A64EC}"/>
                    </a:ext>
                  </a:extLst>
                </p14:cNvPr>
                <p14:cNvContentPartPr/>
                <p14:nvPr/>
              </p14:nvContentPartPr>
              <p14:xfrm>
                <a:off x="6289401" y="4337040"/>
                <a:ext cx="64080" cy="11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01BDA85-DE1B-2343-6654-E0C9D88A64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83281" y="4330920"/>
                  <a:ext cx="76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5DF9F3B-4C93-5A1C-20E4-862C81738FF3}"/>
                    </a:ext>
                  </a:extLst>
                </p14:cNvPr>
                <p14:cNvContentPartPr/>
                <p14:nvPr/>
              </p14:nvContentPartPr>
              <p14:xfrm>
                <a:off x="6394881" y="4391760"/>
                <a:ext cx="7920" cy="78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5DF9F3B-4C93-5A1C-20E4-862C81738F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88761" y="4385640"/>
                  <a:ext cx="20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A34489D-A7FC-807F-C255-ED507986DD26}"/>
                    </a:ext>
                  </a:extLst>
                </p14:cNvPr>
                <p14:cNvContentPartPr/>
                <p14:nvPr/>
              </p14:nvContentPartPr>
              <p14:xfrm>
                <a:off x="6364281" y="4419120"/>
                <a:ext cx="4320" cy="62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A34489D-A7FC-807F-C255-ED507986DD2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58161" y="4413000"/>
                  <a:ext cx="1656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67F4C19-0D53-9908-8A40-F05A7334D390}"/>
                  </a:ext>
                </a:extLst>
              </p14:cNvPr>
              <p14:cNvContentPartPr/>
              <p14:nvPr/>
            </p14:nvContentPartPr>
            <p14:xfrm>
              <a:off x="6302361" y="4662480"/>
              <a:ext cx="103320" cy="69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67F4C19-0D53-9908-8A40-F05A7334D39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96241" y="4656360"/>
                <a:ext cx="11556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AA4099B5-05FA-FFD3-4112-CF620AE73D16}"/>
              </a:ext>
            </a:extLst>
          </p:cNvPr>
          <p:cNvGrpSpPr/>
          <p:nvPr/>
        </p:nvGrpSpPr>
        <p:grpSpPr>
          <a:xfrm>
            <a:off x="6929121" y="4725120"/>
            <a:ext cx="362160" cy="187560"/>
            <a:chOff x="6929121" y="4725120"/>
            <a:chExt cx="36216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53DBEB2-0705-30CE-A7A1-E363B4005676}"/>
                    </a:ext>
                  </a:extLst>
                </p14:cNvPr>
                <p14:cNvContentPartPr/>
                <p14:nvPr/>
              </p14:nvContentPartPr>
              <p14:xfrm>
                <a:off x="6929121" y="4725120"/>
                <a:ext cx="82080" cy="142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53DBEB2-0705-30CE-A7A1-E363B40056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23001" y="4719000"/>
                  <a:ext cx="94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13F711-F5F7-AE5C-7F51-E26F41BF277A}"/>
                    </a:ext>
                  </a:extLst>
                </p14:cNvPr>
                <p14:cNvContentPartPr/>
                <p14:nvPr/>
              </p14:nvContentPartPr>
              <p14:xfrm>
                <a:off x="7064481" y="4786680"/>
                <a:ext cx="11880" cy="126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13F711-F5F7-AE5C-7F51-E26F41BF27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58361" y="4780560"/>
                  <a:ext cx="24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856F948-2019-7E0D-D8F5-41EA44E59B90}"/>
                    </a:ext>
                  </a:extLst>
                </p14:cNvPr>
                <p14:cNvContentPartPr/>
                <p14:nvPr/>
              </p14:nvContentPartPr>
              <p14:xfrm>
                <a:off x="7126761" y="4749600"/>
                <a:ext cx="164520" cy="127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856F948-2019-7E0D-D8F5-41EA44E59B9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20641" y="4743480"/>
                  <a:ext cx="17676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6C1BE00-D3A7-68E3-075E-FCC34AF72813}"/>
              </a:ext>
            </a:extLst>
          </p:cNvPr>
          <p:cNvGrpSpPr/>
          <p:nvPr/>
        </p:nvGrpSpPr>
        <p:grpSpPr>
          <a:xfrm>
            <a:off x="6912201" y="3861840"/>
            <a:ext cx="410760" cy="195480"/>
            <a:chOff x="6912201" y="3861840"/>
            <a:chExt cx="410760" cy="19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1786EDE-7827-AD99-0C19-490D55A54A73}"/>
                    </a:ext>
                  </a:extLst>
                </p14:cNvPr>
                <p14:cNvContentPartPr/>
                <p14:nvPr/>
              </p14:nvContentPartPr>
              <p14:xfrm>
                <a:off x="6929481" y="3888120"/>
                <a:ext cx="84240" cy="146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1786EDE-7827-AD99-0C19-490D55A54A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23361" y="3882000"/>
                  <a:ext cx="964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FAF6B95-8581-435C-745E-A032E3458117}"/>
                    </a:ext>
                  </a:extLst>
                </p14:cNvPr>
                <p14:cNvContentPartPr/>
                <p14:nvPr/>
              </p14:nvContentPartPr>
              <p14:xfrm>
                <a:off x="7040721" y="3959040"/>
                <a:ext cx="30600" cy="98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FAF6B95-8581-435C-745E-A032E34581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34601" y="3952920"/>
                  <a:ext cx="428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17F223-8C77-DAF3-F9A6-AFB9770AEF11}"/>
                    </a:ext>
                  </a:extLst>
                </p14:cNvPr>
                <p14:cNvContentPartPr/>
                <p14:nvPr/>
              </p14:nvContentPartPr>
              <p14:xfrm>
                <a:off x="6912201" y="3861840"/>
                <a:ext cx="166320" cy="9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17F223-8C77-DAF3-F9A6-AFB9770AEF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06081" y="3855720"/>
                  <a:ext cx="178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BF6EA06-8B15-6246-AEF8-9FB5C79990E9}"/>
                    </a:ext>
                  </a:extLst>
                </p14:cNvPr>
                <p14:cNvContentPartPr/>
                <p14:nvPr/>
              </p14:nvContentPartPr>
              <p14:xfrm>
                <a:off x="7163121" y="3866160"/>
                <a:ext cx="102600" cy="132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BF6EA06-8B15-6246-AEF8-9FB5C79990E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57001" y="3860040"/>
                  <a:ext cx="114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D5E1B5-3D85-356A-8CA1-B7E5D2AFFF3C}"/>
                    </a:ext>
                  </a:extLst>
                </p14:cNvPr>
                <p14:cNvContentPartPr/>
                <p14:nvPr/>
              </p14:nvContentPartPr>
              <p14:xfrm>
                <a:off x="7286961" y="3944640"/>
                <a:ext cx="36000" cy="60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D5E1B5-3D85-356A-8CA1-B7E5D2AFFF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80841" y="3938520"/>
                  <a:ext cx="4824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11EB68-50ED-B7FA-D6F2-32EA43E137E4}"/>
              </a:ext>
            </a:extLst>
          </p:cNvPr>
          <p:cNvGrpSpPr/>
          <p:nvPr/>
        </p:nvGrpSpPr>
        <p:grpSpPr>
          <a:xfrm>
            <a:off x="1271003" y="3659713"/>
            <a:ext cx="238680" cy="142560"/>
            <a:chOff x="1271003" y="3659713"/>
            <a:chExt cx="238680" cy="14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09F03C0-8E73-EA6C-B89C-39F941ED4202}"/>
                    </a:ext>
                  </a:extLst>
                </p14:cNvPr>
                <p14:cNvContentPartPr/>
                <p14:nvPr/>
              </p14:nvContentPartPr>
              <p14:xfrm>
                <a:off x="1271003" y="3659713"/>
                <a:ext cx="200520" cy="36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09F03C0-8E73-EA6C-B89C-39F941ED420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64883" y="3653593"/>
                  <a:ext cx="212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AB98581-38AE-7AED-4CAF-B416E3E4B521}"/>
                    </a:ext>
                  </a:extLst>
                </p14:cNvPr>
                <p14:cNvContentPartPr/>
                <p14:nvPr/>
              </p14:nvContentPartPr>
              <p14:xfrm>
                <a:off x="1368203" y="3765913"/>
                <a:ext cx="14760" cy="12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AB98581-38AE-7AED-4CAF-B416E3E4B5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62083" y="3759793"/>
                  <a:ext cx="27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07AEAEC-BF88-1509-552E-3F2FB1E44627}"/>
                    </a:ext>
                  </a:extLst>
                </p14:cNvPr>
                <p14:cNvContentPartPr/>
                <p14:nvPr/>
              </p14:nvContentPartPr>
              <p14:xfrm>
                <a:off x="1303043" y="3796513"/>
                <a:ext cx="206640" cy="5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07AEAEC-BF88-1509-552E-3F2FB1E4462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96923" y="3790393"/>
                  <a:ext cx="2188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D89E277-00E5-EC50-72CA-E9A02EB7FD85}"/>
              </a:ext>
            </a:extLst>
          </p:cNvPr>
          <p:cNvGrpSpPr/>
          <p:nvPr/>
        </p:nvGrpSpPr>
        <p:grpSpPr>
          <a:xfrm>
            <a:off x="637403" y="3488353"/>
            <a:ext cx="373680" cy="668520"/>
            <a:chOff x="637403" y="3488353"/>
            <a:chExt cx="373680" cy="66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39D3F0A-EC72-4DE6-DC04-E788FFAC96F2}"/>
                    </a:ext>
                  </a:extLst>
                </p14:cNvPr>
                <p14:cNvContentPartPr/>
                <p14:nvPr/>
              </p14:nvContentPartPr>
              <p14:xfrm>
                <a:off x="646043" y="3496273"/>
                <a:ext cx="14040" cy="457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39D3F0A-EC72-4DE6-DC04-E788FFAC96F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9923" y="3490153"/>
                  <a:ext cx="262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6DD3FE-8C25-EEF5-EF66-7EDACEF97A8F}"/>
                    </a:ext>
                  </a:extLst>
                </p14:cNvPr>
                <p14:cNvContentPartPr/>
                <p14:nvPr/>
              </p14:nvContentPartPr>
              <p14:xfrm>
                <a:off x="637403" y="3488353"/>
                <a:ext cx="324720" cy="549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6DD3FE-8C25-EEF5-EF66-7EDACEF97A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1283" y="3482233"/>
                  <a:ext cx="33696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2DA1AC-3F23-6C94-4767-9D6943BD2EDD}"/>
                    </a:ext>
                  </a:extLst>
                </p14:cNvPr>
                <p14:cNvContentPartPr/>
                <p14:nvPr/>
              </p14:nvContentPartPr>
              <p14:xfrm>
                <a:off x="923243" y="3952753"/>
                <a:ext cx="87840" cy="204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2DA1AC-3F23-6C94-4767-9D6943BD2E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7123" y="3946633"/>
                  <a:ext cx="100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9AA9BAA-E06E-AD44-CB41-E70102E3B034}"/>
                    </a:ext>
                  </a:extLst>
                </p14:cNvPr>
                <p14:cNvContentPartPr/>
                <p14:nvPr/>
              </p14:nvContentPartPr>
              <p14:xfrm>
                <a:off x="641363" y="3920353"/>
                <a:ext cx="95760" cy="132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9AA9BAA-E06E-AD44-CB41-E70102E3B03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5243" y="3914233"/>
                  <a:ext cx="10800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A4653FF-2270-145E-609C-DF74F004927A}"/>
              </a:ext>
            </a:extLst>
          </p:cNvPr>
          <p:cNvGrpSpPr/>
          <p:nvPr/>
        </p:nvGrpSpPr>
        <p:grpSpPr>
          <a:xfrm>
            <a:off x="1700483" y="3427153"/>
            <a:ext cx="1247760" cy="543600"/>
            <a:chOff x="1700483" y="3427153"/>
            <a:chExt cx="1247760" cy="54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1C6FD8C-318E-8FEA-8ECE-FA9CB34E7D43}"/>
                    </a:ext>
                  </a:extLst>
                </p14:cNvPr>
                <p14:cNvContentPartPr/>
                <p14:nvPr/>
              </p14:nvContentPartPr>
              <p14:xfrm>
                <a:off x="1712723" y="3536593"/>
                <a:ext cx="232200" cy="317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1C6FD8C-318E-8FEA-8ECE-FA9CB34E7D4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06603" y="3530473"/>
                  <a:ext cx="2444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E39E7F-E375-4D72-D0CF-6E520D87E6CC}"/>
                    </a:ext>
                  </a:extLst>
                </p14:cNvPr>
                <p14:cNvContentPartPr/>
                <p14:nvPr/>
              </p14:nvContentPartPr>
              <p14:xfrm>
                <a:off x="2031683" y="3746473"/>
                <a:ext cx="26280" cy="219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E39E7F-E375-4D72-D0CF-6E520D87E6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25563" y="3740353"/>
                  <a:ext cx="385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415141B-5A83-F90B-9594-1617E8BB2E98}"/>
                    </a:ext>
                  </a:extLst>
                </p14:cNvPr>
                <p14:cNvContentPartPr/>
                <p14:nvPr/>
              </p14:nvContentPartPr>
              <p14:xfrm>
                <a:off x="1700483" y="3427153"/>
                <a:ext cx="333720" cy="64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415141B-5A83-F90B-9594-1617E8BB2E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4363" y="3421033"/>
                  <a:ext cx="345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C48961C-117C-B94F-EDB9-FA49400C113D}"/>
                    </a:ext>
                  </a:extLst>
                </p14:cNvPr>
                <p14:cNvContentPartPr/>
                <p14:nvPr/>
              </p14:nvContentPartPr>
              <p14:xfrm>
                <a:off x="2191523" y="3518233"/>
                <a:ext cx="226440" cy="385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C48961C-117C-B94F-EDB9-FA49400C11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85403" y="3512113"/>
                  <a:ext cx="2386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D93921A-3A31-F9D4-DC80-A60163B33E73}"/>
                    </a:ext>
                  </a:extLst>
                </p14:cNvPr>
                <p14:cNvContentPartPr/>
                <p14:nvPr/>
              </p14:nvContentPartPr>
              <p14:xfrm>
                <a:off x="2448203" y="3775993"/>
                <a:ext cx="116280" cy="194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D93921A-3A31-F9D4-DC80-A60163B33E7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42083" y="3769873"/>
                  <a:ext cx="128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D03F700-72AD-6300-4B98-EA59D8501113}"/>
                    </a:ext>
                  </a:extLst>
                </p14:cNvPr>
                <p14:cNvContentPartPr/>
                <p14:nvPr/>
              </p14:nvContentPartPr>
              <p14:xfrm>
                <a:off x="2722163" y="3685633"/>
                <a:ext cx="226080" cy="14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D03F700-72AD-6300-4B98-EA59D85011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16043" y="3679513"/>
                  <a:ext cx="238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602E22F-BCD3-7339-4DD0-A21482D868B3}"/>
                    </a:ext>
                  </a:extLst>
                </p14:cNvPr>
                <p14:cNvContentPartPr/>
                <p14:nvPr/>
              </p14:nvContentPartPr>
              <p14:xfrm>
                <a:off x="2858603" y="3576193"/>
                <a:ext cx="11160" cy="288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602E22F-BCD3-7339-4DD0-A21482D868B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52483" y="3570073"/>
                  <a:ext cx="2340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0B3941E-07E3-03A5-2D33-ED3DC1755448}"/>
              </a:ext>
            </a:extLst>
          </p:cNvPr>
          <p:cNvGrpSpPr/>
          <p:nvPr/>
        </p:nvGrpSpPr>
        <p:grpSpPr>
          <a:xfrm>
            <a:off x="3204203" y="3578353"/>
            <a:ext cx="915480" cy="478080"/>
            <a:chOff x="3204203" y="3578353"/>
            <a:chExt cx="91548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AA596A-3F54-E113-F34B-74B179D8FA84}"/>
                    </a:ext>
                  </a:extLst>
                </p14:cNvPr>
                <p14:cNvContentPartPr/>
                <p14:nvPr/>
              </p14:nvContentPartPr>
              <p14:xfrm>
                <a:off x="3204203" y="3578353"/>
                <a:ext cx="300240" cy="369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AA596A-3F54-E113-F34B-74B179D8FA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98083" y="3572233"/>
                  <a:ext cx="3124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2A5ACF6-B911-9976-9BA0-46E152C9B862}"/>
                    </a:ext>
                  </a:extLst>
                </p14:cNvPr>
                <p14:cNvContentPartPr/>
                <p14:nvPr/>
              </p14:nvContentPartPr>
              <p14:xfrm>
                <a:off x="3613883" y="3837193"/>
                <a:ext cx="35640" cy="219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2A5ACF6-B911-9976-9BA0-46E152C9B8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07763" y="3831073"/>
                  <a:ext cx="47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03E7625-C7D0-8330-59E0-2540BEB50F72}"/>
                    </a:ext>
                  </a:extLst>
                </p14:cNvPr>
                <p14:cNvContentPartPr/>
                <p14:nvPr/>
              </p14:nvContentPartPr>
              <p14:xfrm>
                <a:off x="3665363" y="3645313"/>
                <a:ext cx="454320" cy="289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03E7625-C7D0-8330-59E0-2540BEB50F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59243" y="3639193"/>
                  <a:ext cx="46656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8E644DD9-3A5D-C4AB-E631-208CDE7E85C2}"/>
              </a:ext>
            </a:extLst>
          </p:cNvPr>
          <p:cNvGrpSpPr/>
          <p:nvPr/>
        </p:nvGrpSpPr>
        <p:grpSpPr>
          <a:xfrm>
            <a:off x="676716" y="4884327"/>
            <a:ext cx="552960" cy="666720"/>
            <a:chOff x="676716" y="4884327"/>
            <a:chExt cx="552960" cy="66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F380843-2B3E-7A47-842B-A694ECB828E9}"/>
                    </a:ext>
                  </a:extLst>
                </p14:cNvPr>
                <p14:cNvContentPartPr/>
                <p14:nvPr/>
              </p14:nvContentPartPr>
              <p14:xfrm>
                <a:off x="704796" y="4884327"/>
                <a:ext cx="24120" cy="445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F380843-2B3E-7A47-842B-A694ECB828E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8676" y="4878207"/>
                  <a:ext cx="3636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B15D313-D85C-F79D-EB0E-82746FF38905}"/>
                    </a:ext>
                  </a:extLst>
                </p14:cNvPr>
                <p14:cNvContentPartPr/>
                <p14:nvPr/>
              </p14:nvContentPartPr>
              <p14:xfrm>
                <a:off x="676716" y="4900527"/>
                <a:ext cx="277560" cy="472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B15D313-D85C-F79D-EB0E-82746FF3890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0596" y="4894407"/>
                  <a:ext cx="2898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451759-EB47-5A68-FA50-3C22D8ECDCD0}"/>
                    </a:ext>
                  </a:extLst>
                </p14:cNvPr>
                <p14:cNvContentPartPr/>
                <p14:nvPr/>
              </p14:nvContentPartPr>
              <p14:xfrm>
                <a:off x="1097916" y="5261607"/>
                <a:ext cx="9000" cy="223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451759-EB47-5A68-FA50-3C22D8ECDCD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91796" y="5255487"/>
                  <a:ext cx="21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2B27324-D825-0FA5-589A-DA55E33DCA25}"/>
                    </a:ext>
                  </a:extLst>
                </p14:cNvPr>
                <p14:cNvContentPartPr/>
                <p14:nvPr/>
              </p14:nvContentPartPr>
              <p14:xfrm>
                <a:off x="954636" y="5310207"/>
                <a:ext cx="136800" cy="157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2B27324-D825-0FA5-589A-DA55E33DCA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8516" y="5304087"/>
                  <a:ext cx="1490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CE00BD-98EA-CE63-830E-A8A4D0EE03DC}"/>
                    </a:ext>
                  </a:extLst>
                </p14:cNvPr>
                <p14:cNvContentPartPr/>
                <p14:nvPr/>
              </p14:nvContentPartPr>
              <p14:xfrm>
                <a:off x="997116" y="5477967"/>
                <a:ext cx="232560" cy="73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CE00BD-98EA-CE63-830E-A8A4D0EE03D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0996" y="5471847"/>
                  <a:ext cx="24480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B6E31BFB-8EDD-8921-878E-34146B1A595C}"/>
              </a:ext>
            </a:extLst>
          </p:cNvPr>
          <p:cNvGrpSpPr/>
          <p:nvPr/>
        </p:nvGrpSpPr>
        <p:grpSpPr>
          <a:xfrm>
            <a:off x="1447476" y="5081607"/>
            <a:ext cx="308880" cy="114480"/>
            <a:chOff x="1447476" y="5081607"/>
            <a:chExt cx="30888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456E9BF-5F41-D461-49C7-949DCE484DC6}"/>
                    </a:ext>
                  </a:extLst>
                </p14:cNvPr>
                <p14:cNvContentPartPr/>
                <p14:nvPr/>
              </p14:nvContentPartPr>
              <p14:xfrm>
                <a:off x="1447476" y="5081607"/>
                <a:ext cx="181080" cy="18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456E9BF-5F41-D461-49C7-949DCE484DC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41356" y="5075487"/>
                  <a:ext cx="193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AE99ED-910B-2E7B-0291-4EE4371D9E9C}"/>
                    </a:ext>
                  </a:extLst>
                </p14:cNvPr>
                <p14:cNvContentPartPr/>
                <p14:nvPr/>
              </p14:nvContentPartPr>
              <p14:xfrm>
                <a:off x="1489956" y="5164407"/>
                <a:ext cx="266400" cy="31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9AE99ED-910B-2E7B-0291-4EE4371D9E9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83836" y="5158287"/>
                  <a:ext cx="2786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4BB9796F-2A2D-4E7D-CF3F-CCAC8459EAE0}"/>
              </a:ext>
            </a:extLst>
          </p:cNvPr>
          <p:cNvGrpSpPr/>
          <p:nvPr/>
        </p:nvGrpSpPr>
        <p:grpSpPr>
          <a:xfrm>
            <a:off x="6956524" y="5760985"/>
            <a:ext cx="389520" cy="178560"/>
            <a:chOff x="6956524" y="5760985"/>
            <a:chExt cx="389520" cy="1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E260CA6E-44FD-7830-064F-64769D184A6B}"/>
                    </a:ext>
                  </a:extLst>
                </p14:cNvPr>
                <p14:cNvContentPartPr/>
                <p14:nvPr/>
              </p14:nvContentPartPr>
              <p14:xfrm>
                <a:off x="6956524" y="5760985"/>
                <a:ext cx="85320" cy="16488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E260CA6E-44FD-7830-064F-64769D184A6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50404" y="5754865"/>
                  <a:ext cx="97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3158CB1B-3566-CF2C-C75D-3ECECE644519}"/>
                    </a:ext>
                  </a:extLst>
                </p14:cNvPr>
                <p14:cNvContentPartPr/>
                <p14:nvPr/>
              </p14:nvContentPartPr>
              <p14:xfrm>
                <a:off x="7086844" y="5858185"/>
                <a:ext cx="34920" cy="8136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3158CB1B-3566-CF2C-C75D-3ECECE6445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0724" y="5852065"/>
                  <a:ext cx="47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6B1ABBA8-7495-A830-B71E-58D40BD1C8CB}"/>
                    </a:ext>
                  </a:extLst>
                </p14:cNvPr>
                <p14:cNvContentPartPr/>
                <p14:nvPr/>
              </p14:nvContentPartPr>
              <p14:xfrm>
                <a:off x="7136524" y="5784025"/>
                <a:ext cx="209520" cy="13644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6B1ABBA8-7495-A830-B71E-58D40BD1C8C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30404" y="5777905"/>
                  <a:ext cx="2217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01849004-98BF-E7C8-2C1D-D3A4936B14C2}"/>
              </a:ext>
            </a:extLst>
          </p:cNvPr>
          <p:cNvGrpSpPr/>
          <p:nvPr/>
        </p:nvGrpSpPr>
        <p:grpSpPr>
          <a:xfrm>
            <a:off x="7056604" y="4975465"/>
            <a:ext cx="498960" cy="222840"/>
            <a:chOff x="7056604" y="4975465"/>
            <a:chExt cx="49896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6D0A27A0-4646-BAFE-ADAA-0F5DC15F7C12}"/>
                    </a:ext>
                  </a:extLst>
                </p14:cNvPr>
                <p14:cNvContentPartPr/>
                <p14:nvPr/>
              </p14:nvContentPartPr>
              <p14:xfrm>
                <a:off x="7082524" y="5039545"/>
                <a:ext cx="91080" cy="158760"/>
              </p14:xfrm>
            </p:contentPart>
          </mc:Choice>
          <mc:Fallback xmlns=""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6D0A27A0-4646-BAFE-ADAA-0F5DC15F7C1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76404" y="5033425"/>
                  <a:ext cx="103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8778FD32-0C8E-D375-EE5B-4DF07C1B6871}"/>
                    </a:ext>
                  </a:extLst>
                </p14:cNvPr>
                <p14:cNvContentPartPr/>
                <p14:nvPr/>
              </p14:nvContentPartPr>
              <p14:xfrm>
                <a:off x="7200964" y="5112985"/>
                <a:ext cx="40680" cy="5976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8778FD32-0C8E-D375-EE5B-4DF07C1B687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94844" y="5106865"/>
                  <a:ext cx="529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577E72FB-6A33-2C48-911C-BEF26E185366}"/>
                    </a:ext>
                  </a:extLst>
                </p14:cNvPr>
                <p14:cNvContentPartPr/>
                <p14:nvPr/>
              </p14:nvContentPartPr>
              <p14:xfrm>
                <a:off x="7056604" y="5008225"/>
                <a:ext cx="129600" cy="34200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577E72FB-6A33-2C48-911C-BEF26E18536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50484" y="5002105"/>
                  <a:ext cx="141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36" name="Ink 1035">
                  <a:extLst>
                    <a:ext uri="{FF2B5EF4-FFF2-40B4-BE49-F238E27FC236}">
                      <a16:creationId xmlns:a16="http://schemas.microsoft.com/office/drawing/2014/main" id="{9CE0163F-3D7A-4A37-EE3A-4C725C4D9B3C}"/>
                    </a:ext>
                  </a:extLst>
                </p14:cNvPr>
                <p14:cNvContentPartPr/>
                <p14:nvPr/>
              </p14:nvContentPartPr>
              <p14:xfrm>
                <a:off x="7314364" y="5029105"/>
                <a:ext cx="202680" cy="7056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9CE0163F-3D7A-4A37-EE3A-4C725C4D9B3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08244" y="5022985"/>
                  <a:ext cx="2149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3817D778-1C51-FAE9-FE0E-31FCA86A8E15}"/>
                    </a:ext>
                  </a:extLst>
                </p14:cNvPr>
                <p14:cNvContentPartPr/>
                <p14:nvPr/>
              </p14:nvContentPartPr>
              <p14:xfrm>
                <a:off x="7317604" y="4975465"/>
                <a:ext cx="237960" cy="4860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3817D778-1C51-FAE9-FE0E-31FCA86A8E1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11484" y="4969345"/>
                  <a:ext cx="25020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E8BA5689-C1F7-061F-6542-7074DC39722C}"/>
              </a:ext>
            </a:extLst>
          </p:cNvPr>
          <p:cNvGrpSpPr/>
          <p:nvPr/>
        </p:nvGrpSpPr>
        <p:grpSpPr>
          <a:xfrm>
            <a:off x="1956910" y="4889217"/>
            <a:ext cx="823320" cy="502560"/>
            <a:chOff x="1956910" y="4889217"/>
            <a:chExt cx="82332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5BD95EA6-63E9-58FF-7B3C-CE48E20A26BE}"/>
                    </a:ext>
                  </a:extLst>
                </p14:cNvPr>
                <p14:cNvContentPartPr/>
                <p14:nvPr/>
              </p14:nvContentPartPr>
              <p14:xfrm>
                <a:off x="2143390" y="4899657"/>
                <a:ext cx="12240" cy="612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5BD95EA6-63E9-58FF-7B3C-CE48E20A26B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37270" y="4893537"/>
                  <a:ext cx="244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D6C0C31B-34D4-7571-8979-FC97B70F83D0}"/>
                    </a:ext>
                  </a:extLst>
                </p14:cNvPr>
                <p14:cNvContentPartPr/>
                <p14:nvPr/>
              </p14:nvContentPartPr>
              <p14:xfrm>
                <a:off x="1984270" y="4959777"/>
                <a:ext cx="315000" cy="43200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D6C0C31B-34D4-7571-8979-FC97B70F83D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78150" y="4953657"/>
                  <a:ext cx="32724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AD96676F-3F9D-BA0B-6D0C-93E6C4E1476C}"/>
                    </a:ext>
                  </a:extLst>
                </p14:cNvPr>
                <p14:cNvContentPartPr/>
                <p14:nvPr/>
              </p14:nvContentPartPr>
              <p14:xfrm>
                <a:off x="2378110" y="5216097"/>
                <a:ext cx="64080" cy="142920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AD96676F-3F9D-BA0B-6D0C-93E6C4E1476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71990" y="5209977"/>
                  <a:ext cx="76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8318CC39-CDD6-8D23-337D-71EB442F25B2}"/>
                    </a:ext>
                  </a:extLst>
                </p14:cNvPr>
                <p14:cNvContentPartPr/>
                <p14:nvPr/>
              </p14:nvContentPartPr>
              <p14:xfrm>
                <a:off x="2059150" y="4917657"/>
                <a:ext cx="157320" cy="4140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8318CC39-CDD6-8D23-337D-71EB442F25B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53030" y="4911537"/>
                  <a:ext cx="169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44" name="Ink 1043">
                  <a:extLst>
                    <a:ext uri="{FF2B5EF4-FFF2-40B4-BE49-F238E27FC236}">
                      <a16:creationId xmlns:a16="http://schemas.microsoft.com/office/drawing/2014/main" id="{0E8115D8-F0CA-7DEC-F62D-97BE6767E1B2}"/>
                    </a:ext>
                  </a:extLst>
                </p14:cNvPr>
                <p14:cNvContentPartPr/>
                <p14:nvPr/>
              </p14:nvContentPartPr>
              <p14:xfrm>
                <a:off x="2457310" y="4999017"/>
                <a:ext cx="322920" cy="191520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0E8115D8-F0CA-7DEC-F62D-97BE6767E1B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51190" y="4992897"/>
                  <a:ext cx="335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BB82F716-2ACA-9AFF-3404-BD31C36CDF7B}"/>
                    </a:ext>
                  </a:extLst>
                </p14:cNvPr>
                <p14:cNvContentPartPr/>
                <p14:nvPr/>
              </p14:nvContentPartPr>
              <p14:xfrm>
                <a:off x="2413390" y="4889217"/>
                <a:ext cx="246240" cy="4536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BB82F716-2ACA-9AFF-3404-BD31C36CDF7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07270" y="4883097"/>
                  <a:ext cx="258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E7B82A38-18B2-BB73-186E-38E7FA5C02E8}"/>
                    </a:ext>
                  </a:extLst>
                </p14:cNvPr>
                <p14:cNvContentPartPr/>
                <p14:nvPr/>
              </p14:nvContentPartPr>
              <p14:xfrm>
                <a:off x="1956910" y="4900737"/>
                <a:ext cx="280440" cy="3888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E7B82A38-18B2-BB73-186E-38E7FA5C02E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50790" y="4894617"/>
                  <a:ext cx="29268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82DF5196-352F-5541-5D2B-AB13156D468F}"/>
              </a:ext>
            </a:extLst>
          </p:cNvPr>
          <p:cNvGrpSpPr/>
          <p:nvPr/>
        </p:nvGrpSpPr>
        <p:grpSpPr>
          <a:xfrm>
            <a:off x="3163630" y="4960857"/>
            <a:ext cx="1302480" cy="432000"/>
            <a:chOff x="3163630" y="4960857"/>
            <a:chExt cx="1302480" cy="4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73A4BEEB-A642-A9F5-8926-9EEFEC1B0D60}"/>
                    </a:ext>
                  </a:extLst>
                </p14:cNvPr>
                <p14:cNvContentPartPr/>
                <p14:nvPr/>
              </p14:nvContentPartPr>
              <p14:xfrm>
                <a:off x="3163630" y="5072817"/>
                <a:ext cx="257040" cy="2808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73A4BEEB-A642-A9F5-8926-9EEFEC1B0D6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57510" y="5066697"/>
                  <a:ext cx="269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4C6DD4BB-E5B8-707E-2601-A53A413046DE}"/>
                    </a:ext>
                  </a:extLst>
                </p14:cNvPr>
                <p14:cNvContentPartPr/>
                <p14:nvPr/>
              </p14:nvContentPartPr>
              <p14:xfrm>
                <a:off x="3208630" y="4960857"/>
                <a:ext cx="25920" cy="29772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4C6DD4BB-E5B8-707E-2601-A53A413046D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02510" y="4954737"/>
                  <a:ext cx="38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23ADAA5F-E9C0-404D-BF79-A5302FB5746E}"/>
                    </a:ext>
                  </a:extLst>
                </p14:cNvPr>
                <p14:cNvContentPartPr/>
                <p14:nvPr/>
              </p14:nvContentPartPr>
              <p14:xfrm>
                <a:off x="3538390" y="4964457"/>
                <a:ext cx="224280" cy="36612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23ADAA5F-E9C0-404D-BF79-A5302FB5746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32270" y="4958337"/>
                  <a:ext cx="236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A3960FF4-ECE2-9866-751B-D01978979F92}"/>
                    </a:ext>
                  </a:extLst>
                </p14:cNvPr>
                <p14:cNvContentPartPr/>
                <p14:nvPr/>
              </p14:nvContentPartPr>
              <p14:xfrm>
                <a:off x="3831790" y="5224737"/>
                <a:ext cx="102240" cy="16812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A3960FF4-ECE2-9866-751B-D01978979F9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25670" y="5218617"/>
                  <a:ext cx="114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EAA40BA2-8714-D9D5-C07F-BA9EAF67B202}"/>
                    </a:ext>
                  </a:extLst>
                </p14:cNvPr>
                <p14:cNvContentPartPr/>
                <p14:nvPr/>
              </p14:nvContentPartPr>
              <p14:xfrm>
                <a:off x="3984070" y="4981017"/>
                <a:ext cx="482040" cy="26892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EAA40BA2-8714-D9D5-C07F-BA9EAF67B20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77950" y="4974897"/>
                  <a:ext cx="494280" cy="28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1962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C8B1E2-ACFD-DDCB-1A0A-504A15EABE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1388256"/>
              </p:ext>
            </p:extLst>
          </p:nvPr>
        </p:nvGraphicFramePr>
        <p:xfrm>
          <a:off x="1409502" y="3022620"/>
          <a:ext cx="8861075" cy="2811780"/>
        </p:xfrm>
        <a:graphic>
          <a:graphicData uri="http://schemas.openxmlformats.org/drawingml/2006/table">
            <a:tbl>
              <a:tblPr/>
              <a:tblGrid>
                <a:gridCol w="1263651">
                  <a:extLst>
                    <a:ext uri="{9D8B030D-6E8A-4147-A177-3AD203B41FA5}">
                      <a16:colId xmlns:a16="http://schemas.microsoft.com/office/drawing/2014/main" val="669499146"/>
                    </a:ext>
                  </a:extLst>
                </a:gridCol>
                <a:gridCol w="1998134">
                  <a:extLst>
                    <a:ext uri="{9D8B030D-6E8A-4147-A177-3AD203B41FA5}">
                      <a16:colId xmlns:a16="http://schemas.microsoft.com/office/drawing/2014/main" val="1344504956"/>
                    </a:ext>
                  </a:extLst>
                </a:gridCol>
                <a:gridCol w="2054860">
                  <a:extLst>
                    <a:ext uri="{9D8B030D-6E8A-4147-A177-3AD203B41FA5}">
                      <a16:colId xmlns:a16="http://schemas.microsoft.com/office/drawing/2014/main" val="1599541112"/>
                    </a:ext>
                  </a:extLst>
                </a:gridCol>
                <a:gridCol w="1772215">
                  <a:extLst>
                    <a:ext uri="{9D8B030D-6E8A-4147-A177-3AD203B41FA5}">
                      <a16:colId xmlns:a16="http://schemas.microsoft.com/office/drawing/2014/main" val="1082059522"/>
                    </a:ext>
                  </a:extLst>
                </a:gridCol>
                <a:gridCol w="1772215">
                  <a:extLst>
                    <a:ext uri="{9D8B030D-6E8A-4147-A177-3AD203B41FA5}">
                      <a16:colId xmlns:a16="http://schemas.microsoft.com/office/drawing/2014/main" val="182362184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X (Input)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Q1 (Current State)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Q0 (Current State)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D1 (Next Q1)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D0 (Next Q0)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4143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4976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55614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4031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9250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2908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2154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5321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76518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B0CA8F8-0C2E-A805-2C6D-E2855A8FE895}"/>
                  </a:ext>
                </a:extLst>
              </p14:cNvPr>
              <p14:cNvContentPartPr/>
              <p14:nvPr/>
            </p14:nvContentPartPr>
            <p14:xfrm>
              <a:off x="6315798" y="1342035"/>
              <a:ext cx="5400" cy="2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B0CA8F8-0C2E-A805-2C6D-E2855A8FE8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09678" y="1335915"/>
                <a:ext cx="17640" cy="1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F951C65C-9407-2A0D-29BB-D9D87F64C5A8}"/>
              </a:ext>
            </a:extLst>
          </p:cNvPr>
          <p:cNvGrpSpPr/>
          <p:nvPr/>
        </p:nvGrpSpPr>
        <p:grpSpPr>
          <a:xfrm>
            <a:off x="4162799" y="712560"/>
            <a:ext cx="238680" cy="142560"/>
            <a:chOff x="1271003" y="3659713"/>
            <a:chExt cx="238680" cy="14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2C1C73C-B2BC-FD98-03DC-16E1E92EA71E}"/>
                    </a:ext>
                  </a:extLst>
                </p14:cNvPr>
                <p14:cNvContentPartPr/>
                <p14:nvPr/>
              </p14:nvContentPartPr>
              <p14:xfrm>
                <a:off x="1271003" y="3659713"/>
                <a:ext cx="200520" cy="36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2C1C73C-B2BC-FD98-03DC-16E1E92EA7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64883" y="3653593"/>
                  <a:ext cx="212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0590371-8016-D611-BB72-80CE8D3F3A56}"/>
                    </a:ext>
                  </a:extLst>
                </p14:cNvPr>
                <p14:cNvContentPartPr/>
                <p14:nvPr/>
              </p14:nvContentPartPr>
              <p14:xfrm>
                <a:off x="1368203" y="3765913"/>
                <a:ext cx="14760" cy="12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0590371-8016-D611-BB72-80CE8D3F3A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2083" y="3759793"/>
                  <a:ext cx="27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35CEF9-1637-E671-32D2-F5328648D00F}"/>
                    </a:ext>
                  </a:extLst>
                </p14:cNvPr>
                <p14:cNvContentPartPr/>
                <p14:nvPr/>
              </p14:nvContentPartPr>
              <p14:xfrm>
                <a:off x="1303043" y="3796513"/>
                <a:ext cx="206640" cy="5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35CEF9-1637-E671-32D2-F5328648D0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6923" y="3790393"/>
                  <a:ext cx="2188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B879C6-AF3B-175E-2FD7-7D147537CEE4}"/>
              </a:ext>
            </a:extLst>
          </p:cNvPr>
          <p:cNvGrpSpPr/>
          <p:nvPr/>
        </p:nvGrpSpPr>
        <p:grpSpPr>
          <a:xfrm>
            <a:off x="3529199" y="541200"/>
            <a:ext cx="373680" cy="668520"/>
            <a:chOff x="637403" y="3488353"/>
            <a:chExt cx="373680" cy="66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69D61B-CD7F-EBC5-8D74-40977D067E3C}"/>
                    </a:ext>
                  </a:extLst>
                </p14:cNvPr>
                <p14:cNvContentPartPr/>
                <p14:nvPr/>
              </p14:nvContentPartPr>
              <p14:xfrm>
                <a:off x="646043" y="3496273"/>
                <a:ext cx="14040" cy="45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69D61B-CD7F-EBC5-8D74-40977D067E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9923" y="3490153"/>
                  <a:ext cx="262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D027B7-67F0-6DAC-D87E-145FC75AE7A3}"/>
                    </a:ext>
                  </a:extLst>
                </p14:cNvPr>
                <p14:cNvContentPartPr/>
                <p14:nvPr/>
              </p14:nvContentPartPr>
              <p14:xfrm>
                <a:off x="637403" y="3488353"/>
                <a:ext cx="324720" cy="549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D027B7-67F0-6DAC-D87E-145FC75AE7A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1283" y="3482233"/>
                  <a:ext cx="33696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017A4D8-B893-AA3A-F7C6-E934903DBA6F}"/>
                    </a:ext>
                  </a:extLst>
                </p14:cNvPr>
                <p14:cNvContentPartPr/>
                <p14:nvPr/>
              </p14:nvContentPartPr>
              <p14:xfrm>
                <a:off x="923243" y="3952753"/>
                <a:ext cx="87840" cy="204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017A4D8-B893-AA3A-F7C6-E934903DBA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7123" y="3946633"/>
                  <a:ext cx="100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C9965CD-C041-B439-B505-7B61090CCCB3}"/>
                    </a:ext>
                  </a:extLst>
                </p14:cNvPr>
                <p14:cNvContentPartPr/>
                <p14:nvPr/>
              </p14:nvContentPartPr>
              <p14:xfrm>
                <a:off x="641363" y="3920353"/>
                <a:ext cx="95760" cy="132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C9965CD-C041-B439-B505-7B61090CCCB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5243" y="3914233"/>
                  <a:ext cx="10800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1C86A3-8F91-B868-C599-5484C300B3CA}"/>
              </a:ext>
            </a:extLst>
          </p:cNvPr>
          <p:cNvGrpSpPr/>
          <p:nvPr/>
        </p:nvGrpSpPr>
        <p:grpSpPr>
          <a:xfrm>
            <a:off x="4592279" y="480000"/>
            <a:ext cx="1247760" cy="543600"/>
            <a:chOff x="1700483" y="3427153"/>
            <a:chExt cx="1247760" cy="54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6AA8BC-0F45-7811-A992-94F892B4D09E}"/>
                    </a:ext>
                  </a:extLst>
                </p14:cNvPr>
                <p14:cNvContentPartPr/>
                <p14:nvPr/>
              </p14:nvContentPartPr>
              <p14:xfrm>
                <a:off x="1712723" y="3536593"/>
                <a:ext cx="232200" cy="317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6AA8BC-0F45-7811-A992-94F892B4D0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06603" y="3530473"/>
                  <a:ext cx="2444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507FAD-0557-4DB7-43BE-C92785AAA469}"/>
                    </a:ext>
                  </a:extLst>
                </p14:cNvPr>
                <p14:cNvContentPartPr/>
                <p14:nvPr/>
              </p14:nvContentPartPr>
              <p14:xfrm>
                <a:off x="2031683" y="3746473"/>
                <a:ext cx="26280" cy="219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507FAD-0557-4DB7-43BE-C92785AAA4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25563" y="3740353"/>
                  <a:ext cx="385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4D82EB6-3E7E-4F90-D894-64F893CF44D5}"/>
                    </a:ext>
                  </a:extLst>
                </p14:cNvPr>
                <p14:cNvContentPartPr/>
                <p14:nvPr/>
              </p14:nvContentPartPr>
              <p14:xfrm>
                <a:off x="1700483" y="3427153"/>
                <a:ext cx="333720" cy="64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4D82EB6-3E7E-4F90-D894-64F893CF44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94363" y="3421033"/>
                  <a:ext cx="345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EC67BA-C489-FA77-7DB0-2C10B499EDB3}"/>
                    </a:ext>
                  </a:extLst>
                </p14:cNvPr>
                <p14:cNvContentPartPr/>
                <p14:nvPr/>
              </p14:nvContentPartPr>
              <p14:xfrm>
                <a:off x="2191523" y="3518233"/>
                <a:ext cx="226440" cy="385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EC67BA-C489-FA77-7DB0-2C10B499ED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85403" y="3512113"/>
                  <a:ext cx="2386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0B09F91-0218-8EBD-CD04-C96EC04F724A}"/>
                    </a:ext>
                  </a:extLst>
                </p14:cNvPr>
                <p14:cNvContentPartPr/>
                <p14:nvPr/>
              </p14:nvContentPartPr>
              <p14:xfrm>
                <a:off x="2448203" y="3775993"/>
                <a:ext cx="116280" cy="194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0B09F91-0218-8EBD-CD04-C96EC04F724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42083" y="3769873"/>
                  <a:ext cx="128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538C1A-7BC9-33BC-CC57-A4D31786111C}"/>
                    </a:ext>
                  </a:extLst>
                </p14:cNvPr>
                <p14:cNvContentPartPr/>
                <p14:nvPr/>
              </p14:nvContentPartPr>
              <p14:xfrm>
                <a:off x="2722163" y="3685633"/>
                <a:ext cx="226080" cy="14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538C1A-7BC9-33BC-CC57-A4D3178611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16043" y="3679513"/>
                  <a:ext cx="238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08607F7-03C0-7722-E3AE-6FC204DF4AA0}"/>
                    </a:ext>
                  </a:extLst>
                </p14:cNvPr>
                <p14:cNvContentPartPr/>
                <p14:nvPr/>
              </p14:nvContentPartPr>
              <p14:xfrm>
                <a:off x="2858603" y="3576193"/>
                <a:ext cx="11160" cy="288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08607F7-03C0-7722-E3AE-6FC204DF4AA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52483" y="3570073"/>
                  <a:ext cx="2340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1FE8019-3073-EFC9-0F6D-288B77EDD407}"/>
              </a:ext>
            </a:extLst>
          </p:cNvPr>
          <p:cNvGrpSpPr/>
          <p:nvPr/>
        </p:nvGrpSpPr>
        <p:grpSpPr>
          <a:xfrm>
            <a:off x="6095999" y="631200"/>
            <a:ext cx="915480" cy="478080"/>
            <a:chOff x="3204203" y="3578353"/>
            <a:chExt cx="91548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CCD2CF-6123-4753-6FC9-C9C76E2CC57D}"/>
                    </a:ext>
                  </a:extLst>
                </p14:cNvPr>
                <p14:cNvContentPartPr/>
                <p14:nvPr/>
              </p14:nvContentPartPr>
              <p14:xfrm>
                <a:off x="3204203" y="3578353"/>
                <a:ext cx="300240" cy="369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CCD2CF-6123-4753-6FC9-C9C76E2CC57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98083" y="3572233"/>
                  <a:ext cx="3124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8ED5F8-1385-4700-BBF7-D11E56FAA6C3}"/>
                    </a:ext>
                  </a:extLst>
                </p14:cNvPr>
                <p14:cNvContentPartPr/>
                <p14:nvPr/>
              </p14:nvContentPartPr>
              <p14:xfrm>
                <a:off x="3613883" y="3837193"/>
                <a:ext cx="35640" cy="219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8ED5F8-1385-4700-BBF7-D11E56FAA6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07763" y="3831073"/>
                  <a:ext cx="47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78BAE8-738E-FCC4-46E8-7FA97B143E7E}"/>
                    </a:ext>
                  </a:extLst>
                </p14:cNvPr>
                <p14:cNvContentPartPr/>
                <p14:nvPr/>
              </p14:nvContentPartPr>
              <p14:xfrm>
                <a:off x="3665363" y="3645313"/>
                <a:ext cx="454320" cy="289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78BAE8-738E-FCC4-46E8-7FA97B143E7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59243" y="3639193"/>
                  <a:ext cx="46656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FBBF26-F6AF-D1C2-9142-250C8760A2B3}"/>
              </a:ext>
            </a:extLst>
          </p:cNvPr>
          <p:cNvGrpSpPr/>
          <p:nvPr/>
        </p:nvGrpSpPr>
        <p:grpSpPr>
          <a:xfrm>
            <a:off x="3568512" y="1937174"/>
            <a:ext cx="552960" cy="666720"/>
            <a:chOff x="676716" y="4884327"/>
            <a:chExt cx="552960" cy="66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A187BA-AEF6-76F8-AFE2-95A81268354B}"/>
                    </a:ext>
                  </a:extLst>
                </p14:cNvPr>
                <p14:cNvContentPartPr/>
                <p14:nvPr/>
              </p14:nvContentPartPr>
              <p14:xfrm>
                <a:off x="704796" y="4884327"/>
                <a:ext cx="24120" cy="445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A187BA-AEF6-76F8-AFE2-95A8126835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8676" y="4878207"/>
                  <a:ext cx="3636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4628A3B-89C5-72A6-12FA-95B80F06862E}"/>
                    </a:ext>
                  </a:extLst>
                </p14:cNvPr>
                <p14:cNvContentPartPr/>
                <p14:nvPr/>
              </p14:nvContentPartPr>
              <p14:xfrm>
                <a:off x="676716" y="4900527"/>
                <a:ext cx="277560" cy="472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4628A3B-89C5-72A6-12FA-95B80F06862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0596" y="4894407"/>
                  <a:ext cx="2898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F833D60-0684-7931-6529-0228935B5E30}"/>
                    </a:ext>
                  </a:extLst>
                </p14:cNvPr>
                <p14:cNvContentPartPr/>
                <p14:nvPr/>
              </p14:nvContentPartPr>
              <p14:xfrm>
                <a:off x="1097916" y="5261607"/>
                <a:ext cx="9000" cy="223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F833D60-0684-7931-6529-0228935B5E3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1796" y="5255487"/>
                  <a:ext cx="21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65F490-1BEF-2A33-4F35-DB9A923BF793}"/>
                    </a:ext>
                  </a:extLst>
                </p14:cNvPr>
                <p14:cNvContentPartPr/>
                <p14:nvPr/>
              </p14:nvContentPartPr>
              <p14:xfrm>
                <a:off x="954636" y="5310207"/>
                <a:ext cx="136800" cy="157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65F490-1BEF-2A33-4F35-DB9A923BF79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8516" y="5304087"/>
                  <a:ext cx="1490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77C016-E414-0E26-DB0D-311A1CC61CEA}"/>
                    </a:ext>
                  </a:extLst>
                </p14:cNvPr>
                <p14:cNvContentPartPr/>
                <p14:nvPr/>
              </p14:nvContentPartPr>
              <p14:xfrm>
                <a:off x="997116" y="5477967"/>
                <a:ext cx="232560" cy="73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77C016-E414-0E26-DB0D-311A1CC61C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90996" y="5471847"/>
                  <a:ext cx="24480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01B6BA1-D58D-02E2-A82B-4C04E1558A12}"/>
              </a:ext>
            </a:extLst>
          </p:cNvPr>
          <p:cNvGrpSpPr/>
          <p:nvPr/>
        </p:nvGrpSpPr>
        <p:grpSpPr>
          <a:xfrm>
            <a:off x="4339272" y="2134454"/>
            <a:ext cx="308880" cy="114480"/>
            <a:chOff x="1447476" y="5081607"/>
            <a:chExt cx="30888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7D6773-09C9-FFD4-A83E-C7F8E82B220B}"/>
                    </a:ext>
                  </a:extLst>
                </p14:cNvPr>
                <p14:cNvContentPartPr/>
                <p14:nvPr/>
              </p14:nvContentPartPr>
              <p14:xfrm>
                <a:off x="1447476" y="5081607"/>
                <a:ext cx="181080" cy="18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7D6773-09C9-FFD4-A83E-C7F8E82B22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41356" y="5075487"/>
                  <a:ext cx="193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3FDCDE-59F5-8A49-3376-3FB9951F3F9B}"/>
                    </a:ext>
                  </a:extLst>
                </p14:cNvPr>
                <p14:cNvContentPartPr/>
                <p14:nvPr/>
              </p14:nvContentPartPr>
              <p14:xfrm>
                <a:off x="1489956" y="5164407"/>
                <a:ext cx="266400" cy="31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3FDCDE-59F5-8A49-3376-3FB9951F3F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83836" y="5158287"/>
                  <a:ext cx="2786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040E2FC-106B-9D81-C028-F438F3216713}"/>
              </a:ext>
            </a:extLst>
          </p:cNvPr>
          <p:cNvGrpSpPr/>
          <p:nvPr/>
        </p:nvGrpSpPr>
        <p:grpSpPr>
          <a:xfrm>
            <a:off x="4848706" y="1942064"/>
            <a:ext cx="823320" cy="502560"/>
            <a:chOff x="1956910" y="4889217"/>
            <a:chExt cx="82332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C2EE89-F6DE-F1FB-80E9-1857D8F89960}"/>
                    </a:ext>
                  </a:extLst>
                </p14:cNvPr>
                <p14:cNvContentPartPr/>
                <p14:nvPr/>
              </p14:nvContentPartPr>
              <p14:xfrm>
                <a:off x="2143390" y="4899657"/>
                <a:ext cx="12240" cy="6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C2EE89-F6DE-F1FB-80E9-1857D8F899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37270" y="4893537"/>
                  <a:ext cx="244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4457B9D-2B79-6EC9-38D9-606A17823016}"/>
                    </a:ext>
                  </a:extLst>
                </p14:cNvPr>
                <p14:cNvContentPartPr/>
                <p14:nvPr/>
              </p14:nvContentPartPr>
              <p14:xfrm>
                <a:off x="1984270" y="4959777"/>
                <a:ext cx="315000" cy="432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4457B9D-2B79-6EC9-38D9-606A178230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78150" y="4953657"/>
                  <a:ext cx="32724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097A46-8926-B326-0BE6-92C4E0D8AFCC}"/>
                    </a:ext>
                  </a:extLst>
                </p14:cNvPr>
                <p14:cNvContentPartPr/>
                <p14:nvPr/>
              </p14:nvContentPartPr>
              <p14:xfrm>
                <a:off x="2378110" y="5216097"/>
                <a:ext cx="64080" cy="142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E097A46-8926-B326-0BE6-92C4E0D8AFC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71990" y="5209977"/>
                  <a:ext cx="76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71A0F78-6A6B-82F1-6960-D2FA0AEA8F93}"/>
                    </a:ext>
                  </a:extLst>
                </p14:cNvPr>
                <p14:cNvContentPartPr/>
                <p14:nvPr/>
              </p14:nvContentPartPr>
              <p14:xfrm>
                <a:off x="2059150" y="4917657"/>
                <a:ext cx="157320" cy="41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71A0F78-6A6B-82F1-6960-D2FA0AEA8F9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53030" y="4911537"/>
                  <a:ext cx="169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880BBE8-5B28-1C83-71BC-CBEE61E9F3EB}"/>
                    </a:ext>
                  </a:extLst>
                </p14:cNvPr>
                <p14:cNvContentPartPr/>
                <p14:nvPr/>
              </p14:nvContentPartPr>
              <p14:xfrm>
                <a:off x="2457310" y="4999017"/>
                <a:ext cx="322920" cy="191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880BBE8-5B28-1C83-71BC-CBEE61E9F3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51190" y="4992897"/>
                  <a:ext cx="335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BF16198-DB2F-CF22-3DAB-9E1EA74F2F52}"/>
                    </a:ext>
                  </a:extLst>
                </p14:cNvPr>
                <p14:cNvContentPartPr/>
                <p14:nvPr/>
              </p14:nvContentPartPr>
              <p14:xfrm>
                <a:off x="2413390" y="4889217"/>
                <a:ext cx="246240" cy="45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BF16198-DB2F-CF22-3DAB-9E1EA74F2F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07270" y="4883097"/>
                  <a:ext cx="258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F243D8D-5A51-1CAC-BD8B-D9D5AEC899FB}"/>
                    </a:ext>
                  </a:extLst>
                </p14:cNvPr>
                <p14:cNvContentPartPr/>
                <p14:nvPr/>
              </p14:nvContentPartPr>
              <p14:xfrm>
                <a:off x="1956910" y="4900737"/>
                <a:ext cx="280440" cy="38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F243D8D-5A51-1CAC-BD8B-D9D5AEC899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50790" y="4894617"/>
                  <a:ext cx="29268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73E22FB-6BC7-645F-5B68-CA3361D82348}"/>
              </a:ext>
            </a:extLst>
          </p:cNvPr>
          <p:cNvGrpSpPr/>
          <p:nvPr/>
        </p:nvGrpSpPr>
        <p:grpSpPr>
          <a:xfrm>
            <a:off x="6055426" y="2013704"/>
            <a:ext cx="1302480" cy="432000"/>
            <a:chOff x="3163630" y="4960857"/>
            <a:chExt cx="1302480" cy="4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9CA2B7-7011-3D8F-AD12-A1A050AA24CD}"/>
                    </a:ext>
                  </a:extLst>
                </p14:cNvPr>
                <p14:cNvContentPartPr/>
                <p14:nvPr/>
              </p14:nvContentPartPr>
              <p14:xfrm>
                <a:off x="3163630" y="5072817"/>
                <a:ext cx="257040" cy="28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9CA2B7-7011-3D8F-AD12-A1A050AA24C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57510" y="5066697"/>
                  <a:ext cx="269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10F08F3-ABD9-929E-1D98-D9EA2C53EE05}"/>
                    </a:ext>
                  </a:extLst>
                </p14:cNvPr>
                <p14:cNvContentPartPr/>
                <p14:nvPr/>
              </p14:nvContentPartPr>
              <p14:xfrm>
                <a:off x="3208630" y="4960857"/>
                <a:ext cx="25920" cy="297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10F08F3-ABD9-929E-1D98-D9EA2C53EE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02510" y="4954737"/>
                  <a:ext cx="38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6BA960B-E5D2-754B-90CD-2151A7ED17E6}"/>
                    </a:ext>
                  </a:extLst>
                </p14:cNvPr>
                <p14:cNvContentPartPr/>
                <p14:nvPr/>
              </p14:nvContentPartPr>
              <p14:xfrm>
                <a:off x="3538390" y="4964457"/>
                <a:ext cx="224280" cy="36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6BA960B-E5D2-754B-90CD-2151A7ED17E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32270" y="4958337"/>
                  <a:ext cx="236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6912258-FF54-37A2-8F99-709009B10759}"/>
                    </a:ext>
                  </a:extLst>
                </p14:cNvPr>
                <p14:cNvContentPartPr/>
                <p14:nvPr/>
              </p14:nvContentPartPr>
              <p14:xfrm>
                <a:off x="3831790" y="5224737"/>
                <a:ext cx="102240" cy="168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6912258-FF54-37A2-8F99-709009B1075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25670" y="5218617"/>
                  <a:ext cx="114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D506958-ED9C-C51F-72FC-97BC032EA3A9}"/>
                    </a:ext>
                  </a:extLst>
                </p14:cNvPr>
                <p14:cNvContentPartPr/>
                <p14:nvPr/>
              </p14:nvContentPartPr>
              <p14:xfrm>
                <a:off x="3984070" y="4981017"/>
                <a:ext cx="482040" cy="268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D506958-ED9C-C51F-72FC-97BC032EA3A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77950" y="4974897"/>
                  <a:ext cx="494280" cy="28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675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723ED-3894-57DD-EE1A-8C2A0C2B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896" y="7771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(10 points) Complete the state machine based on the truth table above.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C1EAA-4818-B6E0-E27A-0C6ABF5CA992}"/>
              </a:ext>
            </a:extLst>
          </p:cNvPr>
          <p:cNvSpPr txBox="1"/>
          <p:nvPr/>
        </p:nvSpPr>
        <p:spPr>
          <a:xfrm>
            <a:off x="3048000" y="32473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AD0562-0BF3-6D5F-3613-CD13208FD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453" y="1728710"/>
            <a:ext cx="5197094" cy="422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379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5C408-7144-C5C6-3F65-302DD6C6C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Hazard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0228E5-6B21-F46B-0469-02224091F6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6776311"/>
              </p:ext>
            </p:extLst>
          </p:nvPr>
        </p:nvGraphicFramePr>
        <p:xfrm>
          <a:off x="5671931" y="2529442"/>
          <a:ext cx="6119190" cy="3068568"/>
        </p:xfrm>
        <a:graphic>
          <a:graphicData uri="http://schemas.openxmlformats.org/drawingml/2006/table">
            <a:tbl>
              <a:tblPr/>
              <a:tblGrid>
                <a:gridCol w="1223838">
                  <a:extLst>
                    <a:ext uri="{9D8B030D-6E8A-4147-A177-3AD203B41FA5}">
                      <a16:colId xmlns:a16="http://schemas.microsoft.com/office/drawing/2014/main" val="3398342728"/>
                    </a:ext>
                  </a:extLst>
                </a:gridCol>
                <a:gridCol w="1223838">
                  <a:extLst>
                    <a:ext uri="{9D8B030D-6E8A-4147-A177-3AD203B41FA5}">
                      <a16:colId xmlns:a16="http://schemas.microsoft.com/office/drawing/2014/main" val="3465222560"/>
                    </a:ext>
                  </a:extLst>
                </a:gridCol>
                <a:gridCol w="1223838">
                  <a:extLst>
                    <a:ext uri="{9D8B030D-6E8A-4147-A177-3AD203B41FA5}">
                      <a16:colId xmlns:a16="http://schemas.microsoft.com/office/drawing/2014/main" val="454032765"/>
                    </a:ext>
                  </a:extLst>
                </a:gridCol>
                <a:gridCol w="1223838">
                  <a:extLst>
                    <a:ext uri="{9D8B030D-6E8A-4147-A177-3AD203B41FA5}">
                      <a16:colId xmlns:a16="http://schemas.microsoft.com/office/drawing/2014/main" val="2147895476"/>
                    </a:ext>
                  </a:extLst>
                </a:gridCol>
                <a:gridCol w="1223838">
                  <a:extLst>
                    <a:ext uri="{9D8B030D-6E8A-4147-A177-3AD203B41FA5}">
                      <a16:colId xmlns:a16="http://schemas.microsoft.com/office/drawing/2014/main" val="3764586080"/>
                    </a:ext>
                  </a:extLst>
                </a:gridCol>
              </a:tblGrid>
              <a:tr h="54616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\ CD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840187"/>
                  </a:ext>
                </a:extLst>
              </a:tr>
              <a:tr h="54616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459697"/>
                  </a:ext>
                </a:extLst>
              </a:tr>
              <a:tr h="54616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214868"/>
                  </a:ext>
                </a:extLst>
              </a:tr>
              <a:tr h="54616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796266"/>
                  </a:ext>
                </a:extLst>
              </a:tr>
              <a:tr h="54616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23793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F10278C-5BB0-CBA9-E69E-EAAF8C6049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724" b="16113"/>
          <a:stretch>
            <a:fillRect/>
          </a:stretch>
        </p:blipFill>
        <p:spPr>
          <a:xfrm>
            <a:off x="143842" y="2497173"/>
            <a:ext cx="5090768" cy="3718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E734B4-8FDF-3B37-4755-825C4C63441A}"/>
              </a:ext>
            </a:extLst>
          </p:cNvPr>
          <p:cNvSpPr txBox="1"/>
          <p:nvPr/>
        </p:nvSpPr>
        <p:spPr>
          <a:xfrm>
            <a:off x="7399244" y="5922882"/>
            <a:ext cx="69185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dirty="0">
                <a:effectLst/>
                <a:latin typeface="Arial" panose="020B0604020202020204" pitchFamily="34" charset="0"/>
              </a:rPr>
              <a:t>AC + CD + B’C</a:t>
            </a: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AF7F4-7495-760D-BD32-0AF10898976F}"/>
              </a:ext>
            </a:extLst>
          </p:cNvPr>
          <p:cNvSpPr txBox="1"/>
          <p:nvPr/>
        </p:nvSpPr>
        <p:spPr>
          <a:xfrm>
            <a:off x="3923813" y="1492340"/>
            <a:ext cx="7714997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Adjacent 1’s should belong to the same group/chain.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5394A4-E448-3CBE-3F58-4A69EAD2A530}"/>
              </a:ext>
            </a:extLst>
          </p:cNvPr>
          <p:cNvSpPr/>
          <p:nvPr/>
        </p:nvSpPr>
        <p:spPr>
          <a:xfrm>
            <a:off x="7301753" y="4572001"/>
            <a:ext cx="4195482" cy="40341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9CE0E4-A020-10E5-A8B9-A16B3F5FD6C9}"/>
              </a:ext>
            </a:extLst>
          </p:cNvPr>
          <p:cNvSpPr/>
          <p:nvPr/>
        </p:nvSpPr>
        <p:spPr>
          <a:xfrm>
            <a:off x="9700996" y="4572001"/>
            <a:ext cx="1937813" cy="94793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C7C865-3270-8854-A6A7-469D22A00796}"/>
              </a:ext>
            </a:extLst>
          </p:cNvPr>
          <p:cNvSpPr/>
          <p:nvPr/>
        </p:nvSpPr>
        <p:spPr>
          <a:xfrm>
            <a:off x="7049091" y="4612383"/>
            <a:ext cx="968189" cy="876912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FB4809-47FF-D18F-737A-9B88872AFBC8}"/>
              </a:ext>
            </a:extLst>
          </p:cNvPr>
          <p:cNvSpPr/>
          <p:nvPr/>
        </p:nvSpPr>
        <p:spPr>
          <a:xfrm>
            <a:off x="10746776" y="4536957"/>
            <a:ext cx="968189" cy="982982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8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AF4F-4834-5E9F-55C5-C1D2315FE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18" y="159543"/>
            <a:ext cx="10515600" cy="1325563"/>
          </a:xfrm>
        </p:spPr>
        <p:txBody>
          <a:bodyPr/>
          <a:lstStyle/>
          <a:p>
            <a:r>
              <a:rPr lang="en-US" dirty="0"/>
              <a:t>Operational Amplifiers </a:t>
            </a:r>
          </a:p>
        </p:txBody>
      </p:sp>
      <p:pic>
        <p:nvPicPr>
          <p:cNvPr id="3074" name="Picture 2" descr="Operational Amplifier Basics - Op-amp tutorial">
            <a:extLst>
              <a:ext uri="{FF2B5EF4-FFF2-40B4-BE49-F238E27FC236}">
                <a16:creationId xmlns:a16="http://schemas.microsoft.com/office/drawing/2014/main" id="{1C220DE6-F944-1ADD-806D-A4B0853FA1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590" y="2167877"/>
            <a:ext cx="8302428" cy="3867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748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D7D4-EAB9-4DB5-E12F-706675E2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DC48-E09A-AFE1-3BB3-6C303C67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66" y="186220"/>
            <a:ext cx="10515600" cy="1325563"/>
          </a:xfrm>
        </p:spPr>
        <p:txBody>
          <a:bodyPr/>
          <a:lstStyle/>
          <a:p>
            <a:r>
              <a:rPr lang="en-US" dirty="0"/>
              <a:t>Operational Amplifiers </a:t>
            </a:r>
          </a:p>
        </p:txBody>
      </p:sp>
      <p:pic>
        <p:nvPicPr>
          <p:cNvPr id="3074" name="Picture 2" descr="Operational Amplifier Basics - Op-amp tutorial">
            <a:extLst>
              <a:ext uri="{FF2B5EF4-FFF2-40B4-BE49-F238E27FC236}">
                <a16:creationId xmlns:a16="http://schemas.microsoft.com/office/drawing/2014/main" id="{BC729955-17CA-80C3-311D-52DC6D88C9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694" y="312227"/>
            <a:ext cx="3809940" cy="177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82EC7A-343B-3B3B-7D16-1A6B97E071A6}"/>
              </a:ext>
            </a:extLst>
          </p:cNvPr>
          <p:cNvSpPr txBox="1"/>
          <p:nvPr/>
        </p:nvSpPr>
        <p:spPr>
          <a:xfrm>
            <a:off x="655924" y="1970561"/>
            <a:ext cx="961451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Inputs: Two inputs, one non-inverting (+) and one inverting (-).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Gain: Amplifies the voltage difference between inputs by a huge factor (e.g., 10,000+).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Input Impedance: Draws very little current from the input signals.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Output Impedance: Can supply current to the output with minimal voltage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Single-Ended Output: Produces one output voltage.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353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DECA1-AEF5-3C76-EC8D-24863656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6A84-52A8-9366-C33F-A252200D4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66" y="186220"/>
            <a:ext cx="10515600" cy="1325563"/>
          </a:xfrm>
        </p:spPr>
        <p:txBody>
          <a:bodyPr/>
          <a:lstStyle/>
          <a:p>
            <a:r>
              <a:rPr lang="en-US" dirty="0"/>
              <a:t>Operational Amplifiers </a:t>
            </a:r>
          </a:p>
        </p:txBody>
      </p:sp>
      <p:pic>
        <p:nvPicPr>
          <p:cNvPr id="3074" name="Picture 2" descr="Operational Amplifier Basics - Op-amp tutorial">
            <a:extLst>
              <a:ext uri="{FF2B5EF4-FFF2-40B4-BE49-F238E27FC236}">
                <a16:creationId xmlns:a16="http://schemas.microsoft.com/office/drawing/2014/main" id="{7A658F7F-62F6-298F-81F6-345875900A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694" y="186220"/>
            <a:ext cx="3809940" cy="177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C1C357-0104-6A9C-7D63-1A9DD55461CE}"/>
              </a:ext>
            </a:extLst>
          </p:cNvPr>
          <p:cNvSpPr txBox="1"/>
          <p:nvPr/>
        </p:nvSpPr>
        <p:spPr>
          <a:xfrm>
            <a:off x="472107" y="1285690"/>
            <a:ext cx="10977771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voltage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approximately the gain (A) times the voltage difference between the inputs V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</a:t>
            </a:r>
          </a:p>
          <a:p>
            <a:pPr lvl="7"/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7"/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 (V</a:t>
            </a:r>
            <a:r>
              <a:rPr lang="en-US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in+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</a:t>
            </a:r>
            <a:r>
              <a:rPr lang="en-US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negative feedback (most common), the op-amp adjusts its output to try and make the voltage at the inverting input equal to the non-inverting input, simplifying analysis. 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Applications: 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Amplifiers: Inverting, non-inverting, differential.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Comparators: Comparing two voltages.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Filters: Active filters for frequency selection.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Conditioning: Amplifying sensor signals, noise reduction.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Functions: Summing, subtracting, integrating, differentiating. </a:t>
            </a:r>
          </a:p>
        </p:txBody>
      </p:sp>
    </p:spTree>
    <p:extLst>
      <p:ext uri="{BB962C8B-B14F-4D97-AF65-F5344CB8AC3E}">
        <p14:creationId xmlns:p14="http://schemas.microsoft.com/office/powerpoint/2010/main" val="2718640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A721F-D1D7-7EFC-3637-FF8F5E1EB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A09F-A99A-97AE-77E0-7C0058E3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66" y="186220"/>
            <a:ext cx="10515600" cy="1325563"/>
          </a:xfrm>
        </p:spPr>
        <p:txBody>
          <a:bodyPr/>
          <a:lstStyle/>
          <a:p>
            <a:r>
              <a:rPr lang="en-US" dirty="0"/>
              <a:t>Operational Amplifiers </a:t>
            </a:r>
          </a:p>
        </p:txBody>
      </p:sp>
      <p:pic>
        <p:nvPicPr>
          <p:cNvPr id="7172" name="Picture 4" descr="OP AMP integrator Circuit">
            <a:extLst>
              <a:ext uri="{FF2B5EF4-FFF2-40B4-BE49-F238E27FC236}">
                <a16:creationId xmlns:a16="http://schemas.microsoft.com/office/drawing/2014/main" id="{6C43816C-9A90-DED7-2BB3-1320F0DD5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084" y="1511783"/>
            <a:ext cx="8702979" cy="4968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528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597</Words>
  <Application>Microsoft Macintosh PowerPoint</Application>
  <PresentationFormat>Widescreen</PresentationFormat>
  <Paragraphs>263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Timing Hazard</vt:lpstr>
      <vt:lpstr>Operational Amplifiers </vt:lpstr>
      <vt:lpstr>Operational Amplifiers </vt:lpstr>
      <vt:lpstr>Operational Amplifiers </vt:lpstr>
      <vt:lpstr>Operational Amplifiers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Rifat Bin Rashid</dc:creator>
  <cp:lastModifiedBy>Rifat Bin Rashid</cp:lastModifiedBy>
  <cp:revision>51</cp:revision>
  <dcterms:created xsi:type="dcterms:W3CDTF">2025-10-22T16:00:35Z</dcterms:created>
  <dcterms:modified xsi:type="dcterms:W3CDTF">2025-12-15T23:09:40Z</dcterms:modified>
</cp:coreProperties>
</file>