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6"/>
  </p:notesMasterIdLst>
  <p:sldIdLst>
    <p:sldId id="257" r:id="rId3"/>
    <p:sldId id="258" r:id="rId4"/>
    <p:sldId id="275" r:id="rId5"/>
    <p:sldId id="280" r:id="rId6"/>
    <p:sldId id="259" r:id="rId7"/>
    <p:sldId id="261" r:id="rId8"/>
    <p:sldId id="27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99"/>
    <p:restoredTop sz="94694"/>
  </p:normalViewPr>
  <p:slideViewPr>
    <p:cSldViewPr snapToGrid="0">
      <p:cViewPr>
        <p:scale>
          <a:sx n="113" d="100"/>
          <a:sy n="113" d="100"/>
        </p:scale>
        <p:origin x="-28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35:3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24575,'-4'-3'0,"-2"2"0,5-2 0,-2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4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54 24575,'-2'-3'0,"0"-2"0,-2 3 0,0-4 0,0 4 0,0 0 0,0 4 0,-2 1 0,0 2 0,-3 5 0,1-3 0,-1 4 0,-6 8 0,6-5 0,-7 9 0,11-8 0,-3 0 0,3 0 0,2 0 0,1 6 0,2-4 0,0 4 0,0-6 0,0-3 0,2-1 0,0-3 0,2-1 0,0 0 0,0-3 0,0-3 0,0-2 0,5-2 0,-3-3 0,6-1 0,7-8 0,-3-1 0,3-1 0,-3 3 0,-10 2 0,3 2 0,-2-4 0,-2 7 0,4-7 0,-6 9 0,3-9 0,-3 9 0,1-6 0,-2 7 0,0-7 0,-2 6 0,0-6 0,0 2 0,0 0 0,-3-6 0,2 7 0,-6-4 0,4 6 0,-3 0 0,2 2 0,-7-8 0,5 7 0,-8-5 0,10 6 0,-4 2 0,4 0 0,-4-2 0,2 4 0,-16-2 0,10 2 0,-11 0 0,15 0 0,2 0 0,2 2 0,2 0 0,2 4 0,0 3 0,0 0 0,0 5 0,0-5 0,2 8 0,2 0 0,3-3 0,4 1 0,1-10 0,15 4 0,-9-4 0,8-1 0,-14 0 0,-3-3 0,-3 2 0,-2-2 0,0 2 0,0-1 0,-2 4 0,1-2 0,-2 2 0,1-2 0,-2 2 0,1 0 0,0 2 0,1-2 0,-2 1 0,0 0 0,-2-3 0,0 3 0,-2-4 0,0 0 0,1 1 0,0-2 0,1 2 0,-1 0 0,2 0 0,-1 2 0,1-2 0,0 2 0,1-4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24575,'5'10'0,"-3"4"0,3 2 0,-2 1 0,1 21 0,-2-19 0,-2 25 0,0-29 0,0 11 0,0-19 0,0 1 0,-2-5 0,2-2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5:55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24575,'2'17'0,"0"-4"0,1 14 0,-2-11 0,2 11 0,-3-11 0,0 5 0,0-11 0,0 1 0,0-7 0,0 2 0,0-4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2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24575,'2'-4'0,"0"2"0,2 0 0,0 2 0,0-1 0,3 0 0,-2-1 0,2 2 0,-1 2 0,-2-1 0,4 2 0,-4-1 0,2 2 0,-2 2 0,0-2 0,-1 4 0,0-2 0,0 0 0,-2 0 0,0-3 0,-1 1 0,0 0 0,0 0 0,-1 0 0,0 0 0,-2 2 0,2-2 0,-2 2 0,2-2 0,-1 0 0,1-2 0,0 1 0,-1-1 0,1 2 0,0 0 0,-2 2 0,2-2 0,-1 2 0,1 0 0,-2 0 0,-1 0 0,0 1 0,2-6 0,8-5 0,14-18 0,-4 3 0,13-11 0,-18 18 0,3-5 0,-7 8 0,-1-2 0,-2 3 0,-2 2 0,2 0 0,-4 2 0,2 0 0,-2 0 0,0-2 0,0 2 0,0-2 0,2 2 0,-2-2 0,2 2 0,-2-2 0,0 6 0,-3 13 0,2-1 0,-4 10 0,2-7 0,-2 4 0,2-6 0,1 1 0,2-8 0,0 0 0,0-2 0,0 0 0,2 0 0,1 0 0,4 1 0,0 0 0,10 5 0,-7-5 0,16 8 0,-16-10 0,6 5 0,-9-6 0,-3 0 0,2 0 0,-2-2 0,0-2 0,0 2 0,-2-4 0,1 0 0,0 0 0,-1-2 0,0 4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 24575,'-5'1'0,"-2"3"0,-6 8 0,0 7 0,-5 11 0,-3 9 0,6 8 0,-3-1 0,13-11 0,2-2 0,3-5 0,1-8 0,3 12 0,0-24 0,4 12 0,-3-15 0,3 4 0,-3-7 0,0 2 0,-1-4 0,0 2 0,0-4 0,0 1 0,0-2 0,5-2 0,-4 0 0,5-3 0,-3 2 0,-1-2 0,-1 0 0,9-15 0,-8 11 0,7-14 0,-8 15 0,5-16 0,-6 12 0,5-8 0,-9 15 0,2-14 0,-2 10 0,0-11 0,0 12 0,0 2 0,-7-17 0,3 12 0,-4-10 0,4 13 0,2 3 0,-2 2 0,-3-5 0,2 6 0,-3-4 0,3 7 0,0-2 0,1 4 0,1-4 0,-5 4 0,3-2 0,-15 2 0,9 0 0,-9 2 0,12 2 0,-2 1 0,3 3 0,4-2 0,-2 2 0,4 3 0,-1 0 0,2 1 0,0 3 0,3-4 0,-1 5 0,3-5 0,2 4 0,0-3 0,19 12 0,-2-2 0,12 3 0,-5-7 0,-9-5 0,-5-4 0,-7-3 0,-3-2 0,-2 0 0,0 0 0,-1 0 0,0 2 0,0-2 0,-2 3 0,2 3 0,-3-2 0,1 4 0,-4-1 0,-2-3 0,-1 3 0,-3-4 0,4-2 0,-2-1 0,0 2 0,0-4 0,2 4 0,-3-6 0,4 4 0,-3-4 0,4 2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24575,'2'9'0,"2"-2"0,0 19 0,2 0 0,-2 21 0,4-4 0,-7 3 0,2-5 0,-3-5 0,0-11 0,0-5 0,0-12 0,0 4 0,0-10 0,0-1 0,0-5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24575,'0'-4'0,"2"2"0,0 0 0,7 2 0,7 0 0,19 0 0,-4 0 0,4 0 0,-18 0 0,-7 2 0,-5 0 0,-1 2 0,1 5 0,-1-2 0,-2 13 0,0-1 0,-2 9 0,-6 0 0,0-5 0,-6-3 0,0-7 0,4-3 0,-1-5 0,7-5 0,2-4 0,2-2 0,3-2 0,0 0 0,2 0 0,10-8 0,0 1 0,7-3 0,-9 0 0,-1 0 0,-3 1 0,-2 0 0,-2 2 0,-3 6 0,-1 0 0,-2 2 0,-1 0 0,0 1 0,0 0 0,-1 4 0,-2 0 0,1 4 0,-4 5 0,3-2 0,-15 27 0,4 6 0,-1 2 0,2 15 0,12-39 0,5 33 0,3-33 0,13 25 0,-6-29 0,16 11 0,-12-17 0,26 2 0,-18-6 0,7-4 0,-12-1 0,-9-2 0,2 1 0,-5 1 0,0 1 0,-5 0 0,-2 2 0,-2-2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9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24575,'-8'8'0,"1"-1"0,-4 12 0,2 8 0,4-10 0,0 27 0,3-18 0,2 13 0,0-11 0,0-5 0,0-3 0,2-4 0,3-5 0,0 4 0,1-8 0,0 1 0,-2-5 0,2-2 0,0-1 0,0 0 0,2-1 0,-2-2 0,1-1 0,-1 0 0,-1 0 0,0 0 0,-3 0 0,2-4 0,0 1 0,3-5 0,-3 1 0,3-1 0,-4-3 0,-1 0 0,-2 3 0,0-2 0,0-4 0,0 1 0,0-3 0,-3-1 0,2 7 0,-2-3 0,1 9 0,0 2 0,-1 0 0,0 1 0,-1 0 0,0 0 0,-2 2 0,0 0 0,0 2 0,0 0 0,0 1 0,0 0 0,0 0 0,0 0 0,0 0 0,2 1 0,2 1 0,0 7 0,2-4 0,0 15 0,0-8 0,4 20 0,0-17 0,8 22 0,-2-22 0,7 14 0,-6-16 0,6 2 0,-9-9 0,3-1 0,-3-2 0,-2-1 0,2 1 0,1 3 0,0-3 0,2 3 0,6 3 0,-9-4 0,7 5 0,-11-6 0,2 4 0,-4-2 0,3 0 0,-4 2 0,1-4 0,-2 7 0,-2-5 0,0 4 0,-4-3 0,0-1 0,-11 5 0,8-4 0,-5 1 0,10-6 0,1-2 0,3-2 0,2-4 0,1 4 0,-2-2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09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24575,'3'1'0,"1"3"0,0 3 0,5 9 0,0 3 0,3 15 0,-2 2 0,-5-7 0,2 9 0,-6-14 0,5 1 0,-6-8 0,3-9 0,-2-2 0,1 0 0,-1-4 0,2-2 0,-1-1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24575,'54'0'0,"-6"2"0,4 0 0,39-5 0,-34 3 0,-3-1 0,0-8 0,-24 5 0,-14-1 0,-13 4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5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24575,'-7'11'0,"2"-6"0,-3 17 0,0 4 0,4-4 0,-2 19 0,6-26 0,0 8 0,4 3 0,-1-11 0,3 8 0,3-3 0,-4-10 0,3 5 0,1-6 0,-4-6 0,4 3 0,-3-6 0,-2 2 0,2-2 0,-2 0 0,1 0 0,1 0 0,1 0 0,3-2 0,-5 1 0,6-5 0,-7 4 0,2-4 0,-2 0 0,3-3 0,-5 0 0,5-2 0,-7 3 0,4-3 0,-3 2 0,1-2 0,-2 3 0,0-3 0,0-7 0,0 5 0,-2-4 0,0 9 0,-2 0 0,-1-3 0,1 2 0,0-2 0,-3 0 0,3 2 0,-3 0 0,3 3 0,0 2 0,0 0 0,0 2 0,0 0 0,-5 2 0,4 0 0,-9 0 0,9 0 0,-4 2 0,5 0 0,2 3 0,0 0 0,2 5 0,0-3 0,3 4 0,0 0 0,5-2 0,6 13 0,-3-8 0,4 6 0,-6-9 0,2-2 0,-4-3 0,7 4 0,2-4 0,0 3 0,5-2 0,-11 0 0,4 0 0,-1 5 0,-2-4 0,5 7 0,-11-11 0,4 3 0,-7-1 0,2 0 0,-4 2 0,2-2 0,-4 1 0,0-2 0,-5 5 0,3-5 0,-8 7 0,7-7 0,-4 1 0,3-2 0,3 0 0,0-2 0,3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1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 24575,'0'-4'0,"0"4"0,-1 0 0,0 9 0,-4 7 0,2 7 0,0 5 0,0-4 0,5-7 0,-2-6 0,6-5 0,-4 0 0,6-2 0,-4 0 0,4-2 0,-2 0 0,2-2 0,0 0 0,-1-2 0,0 0 0,0-2 0,-2-5 0,1 2 0,-1-7 0,-3 2 0,0 0 0,-2-3 0,-2 3 0,1 2 0,-3-4 0,0 7 0,-1-2 0,-1 2 0,0 2 0,2-1 0,-4 2 0,4 0 0,-4 0 0,2 0 0,0 2 0,0 0 0,2 2 0,0 0 0,0 0 0,0 4 0,0 0 0,0 7 0,1-4 0,1 2 0,2-3 0,2-2 0,-2 0 0,2-2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86 24575,'-7'0'0,"-1"2"0,0 3 0,1-1 0,6 0 0,4-4 0,31 0 0,32-6-775,31-7 775,-45 6 0,0 0 0,0-5 0,-3-1 0,23-4 0,-24 1 0,-21 6 0,-24 13 0,-2-2 0,-3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24575,'2'3'0,"3"2"0,1-5 0,3 3 0,-1-3 0,-2 2 0,-2 1 0,-6 2 0,-1 2 0,0-4 0,1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5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24575,'-3'-5'0,"-2"2"0,2-2 0,-2 5 0,5-2 0,31 2 0,25 0 0,34 0 0,-35 0 0,1 0-696,41 0 696,-11 0 0,-33 0 0,-26 0 0,-15 0 0,-7 2 0,-3-2 0,1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24575,'11'75'0,"2"12"0,-9-13 0,-1 4 0,0-9 0,0 2 0,-2 0 0,-1 6 0,-1-5-1455,-2 10 0,0-3 1455,3 11 0,-2-3 0,-4-23 0,0-7 0,5 9 921,-5-10-921,8-41 478,3-36-478,3-10 0,-3-12 0,-1 7 1511,-4 7-1511,0-5 0,0 22 0,0-4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3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24575,'5'4'0,"23"28"0,25 19 0,10 11-1931,-2-16 1,3 0 1930,-22-12 0,3 1 0,15 6 0,10 4 0,-9-4 0,-13-4 0,-3-1 0,22 9 0,-6-4 512,-25-9-512,-4-4 782,-18-8-782,4 10 0,-8-1 0,-1 7 0,-4 7 0,-1 40 0,-18-22 0,7-8 0,-6-1 0,-32 14 0,-11 8 503,15-35 1,-2-2-504,5-5 0,-2-1 0,-11 4 0,0-4 0,-17 12 566,-7-4-566,30-22 0,15 0 0,14-15 0,13-2 0,3-3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4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15 24575,'0'-5'0,"0"0"0,0 0 0,-4 7 0,2 1 0,-17 33 0,-1 7 0,-8 19 0,4 20 0,9-24 0,8 25 0,7-22 0,10-6 0,13-13 0,-3-18 0,14-15 0,-17-3 0,19-20 0,-22 6 0,21-38 0,-21 25 0,8-50 0,-11 37 0,-5-32 0,-6 29 0,-5-14 0,-10 6 0,-4 3 0,1 7 0,0 17 0,7 8 0,3 3 0,-2 7 0,2 0 0,0 2 0,-1 6 0,-7 7 0,7-5 0,-7 11 0,9-12 0,3 5 0,-1-6 0,14-3 0,-7-3 0,6-2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24575,'0'5'0,"0"0"0,3 5 0,-1 4 0,-2-3 0,0 15 0,0-13 0,0 28 0,0-27 0,0 34 0,0-33 0,-5 33 0,4-33 0,-3 11 0,4-12 0,0-8 0,0 6 0,0-5 0,0-1 0,0 3 0,0-3 0,0 1 0,2-2 0,7-2 0,4-1 0,6-2 0,5 0 0,-4 0 0,4-3 0,-11 2 0,0-4 0,-7 5 0,1-5 0,-2 5 0,0-3 0,0 1 0,0 2 0,0-5 0,0 4 0,0-3 0,0 3 0,0-3 0,0 3 0,3-3 0,-3 1 0,2 0 0,1-1 0,4 0 0,-4 1 0,4 0 0,-10 1 0,1 1 0,-3-1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2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153 117 24575,'-3'-10'0,"3"4"0,-5-2 0,5 4 0,-5 3 0,0-1 0,0 2 0,-13 12 0,-1 14 0,-4 8 0,3 9 0,-1 23 0,10-15 0,-2 31 0,8-35 0,5 26 0,8-32 0,0 10 0,6-28 0,1-8 0,0-6 0,5 0 0,-5-5 0,10-1 0,-8-6 0,10-4 0,-8-3 0,-2-6 0,-3 4 0,1-14 0,-1 2 0,-1-5 0,1-12 0,-8 18 0,0-26 0,2 4 0,-7 5 0,4-24 0,-5 17 0,-3 0 0,-7-9 0,2 33 0,-16-21 0,15 26 0,-10-7 0,13 17 0,-1 1 0,2 2 0,-2 2 0,1 1 0,-4 2 0,2 2 0,-2 1 0,0 4 0,-1 5 0,-1 3 0,3 0 0,-1 4 0,7 11 0,0-11 0,3 28 0,4-20 0,0 9 0,35 16 0,-9-21 0,25 15 0,14-7 0,-19-12 0,25 9 0,-22-10 0,-1-10 0,-14-3 0,-8-3 0,-18-4 0,-5 2 0,-1 3 0,-3 2 0,4 13 0,-6 10 0,3-9 0,-4 20 0,-5-13 0,-10 14 0,4-18 0,-9-2 0,12-21 0,-5 10 0,5-10 0,-1 2 0,13-11 0,2-4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24575,'0'5'0,"5"21"0,-4 13 0,4 23 0,-5 7 0,0 7 0,0 3 0,0-1 0,0-8 0,0-18 0,0-20 0,0-13 0,0-16 0,2-6 0,8-24 0,2 1 0,4-17 0,-3 7 0,-8 16 0,-1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26 177 24575,'-8'0'0,"1"-2"0,2 2 0,0-3 0,4 3 0,10 0 0,27-5 0,35-2 0,27-6-558,-43 4 0,2 0 558,-2 2 0,0-1 0,-2-4 0,-3 0 0,30-2 0,-5-3 0,-7 0 0,-12 5 0,-3-3 0,-19 7 0,-21 4 0,-7 1 0,-4 3 0,-4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211 128 24575,'0'-8'0,"-2"5"0,1 6 0,-16 31 0,-3 8 0,-16 43 0,6-5-893,10-27 0,2 2 893,3-2 0,3-1 0,-9 38 0,4 7 0,15-48 431,6 17-431,3-40 0,12 1 0,3-18 0,22-10 0,-2-10 0,12-17 0,-17-9 0,0-10 0,-10-8 0,1-14 0,-11 12 0,0-23 0,-12 16 0,1-22 0,-6 0 0,0 7 1355,0 17-1355,-4 11 0,0 23 0,-7 1 0,3 12 0,-11-7 0,3 12 0,-7-6 0,3 12 0,1 2 0,6 4 0,2 3 0,6 3 0,-2 13 0,4-8 0,-6 28 0,8-8 0,1 35 0,12-5 0,17 9 0,13-2 0,11-16 0,-1-2 0,4-8 0,-12-11 0,-9-4 0,-3-2 0,-20-15 0,9 7 0,-8-5 0,-1 3 0,1 2 0,-9 8 0,2-6 0,-6 27 0,0-15 0,-5 25 0,-4-21 0,-10 3 0,-11-3 0,5-14 0,0-1 0,13-16 0,7-8 0,2-4 0,9-8 0,0 3 0,1 1 0,-3 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49 24575,'-2'-3'0,"-1"3"0,-2 5 0,-31 77 0,15-28 0,-1 12 0,3 0 0,7 0 0,6 1 0,6-31 0,6-9 0,4-14 0,21-3 0,-1-8 0,23-22 0,-12 1 0,4-24 0,-9 1 0,-15 1 0,4-9 0,-15 12 0,0-20 0,-6 25 0,-9-23 0,0 26 0,-12-10 0,5 17 0,-17 2 0,16 12 0,-9-2 0,14 8 0,1 1 0,2 2 0,2 2 0,-5 7 0,4 0 0,-5 9 0,6-7 0,-3 8 0,6-11 0,-3 6 0,3-8 0,0-1 0,0-3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24575,'-11'5'0,"3"2"0,3-1 0,3 1 0,4-2 0,1-2 0,4 1 0,27-3 0,17 1 0,20-2 0,28 0 0,-2-6 0,0 4 0,-12-8 0,-40 6 0,-18-4 0,-20 5 0,-5 0 0,-4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2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24575,'-2'18'0,"-1"-3"0,3 19 0,0 9 0,0 12 0,0-1 0,-5 27 0,3-8-1202,-9 15 1202,10 11 0,-4-34 0,5 17 0,0-42 0,0-3 0,0-25 0,0-9 0,0-1 0,0-5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3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49 24575,'-5'-3'0,"0"3"0,-12 20 0,-22 57 0,7-17-388,6 4 1,5 2 387,8 1 0,2 25 0,11-31 0,9-1 191,-4-22-191,24 1 0,-6-19 0,23 1 0,-8-12 0,13-4 584,-14-9-584,-1-3 0,-13-3 0,-11-5 0,2-8 0,-10-6 0,8-7 0,-11-7 0,3-10 0,-4 6 0,-5-26 0,-7 17 0,-12-28 0,0 20 0,-9-3 0,15 29 0,-10 0 0,14 18 0,-4 1 0,6 7 0,4 7 0,1 3 0,2 2 0,-2 2 0,1 3 0,-5 7 0,7 18 0,-7 15 0,10-5 0,1 23 0,18-8 0,21 32-1998,12-4 1998,4-13 0,-18-36 0,5-2 0,3-8 0,1-3-772,40 24 772,-26-24 0,0-3 0,7 4 0,2-2 0,-34-6 0,-23-5 0,-9 2 1914,1-2-1914,-3 9 856,1 4-856,-2 7 0,0 14 0,-8-5 0,6-6 0,-14 1 0,14-22 0,-8 10 0,11-20 0,0 3 0,17-15 0,-11 9 0,9-6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24575,'-3'10'0,"1"30"0,2 13 0,0 6 0,0 4 0,0 33 0,3-36 0,-1-2 0,0 19 0,5-32 0,-4-15 0,1-18 0,0-7 0,5-19 0,-5 8 0,20-49 0,-16 27 0,13-22 0,-17 23 0,-1 16 0,-3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3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24575,'0'-5'0,"0"-1"0,0 1 0,2 3 0,3-1 0,7 3 0,26 0 0,2 0 0,14 0 0,-22 0 0,1 4 0,-20-1 0,19 27 0,-20 2 0,4 29 0,-11-14 0,-10 19 0,1-34 0,-13 31 0,8-30 0,-5 6 0,8-22 0,3-17 0,-2-10 0,4 1 0,-2-5 0,6 2 0,1-10 0,8-7 0,10-22 0,11-5 0,11-23-849,11 3 849,-28 31 0,-2 2 0,14-8 0,-4-22 0,-19 41 0,-1-12 0,-4 22 0,-8 10 0,-1 4 849,-6 8-849,-3 7 0,-5 5 0,-9 22 0,4-3 0,-9 19 0,16 3 0,-5 9 0,14 7 0,-4 7 0,16 10 0,-4-20 0,20 7 0,8-24 0,4-5 0,39 4-1063,13-23 1063,-43-14 0,3-4 0,7-7 0,0-5-97,22-13 97,6-20 0,-28 4 0,-13-8 0,-22 20 0,-15 0 0,-5 14 0,-6 3 0,1 3 0,-1 2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1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24575,'3'-15'0,"0"7"0,1 2 0,10 36 0,-6 8 0,3 30 0,-2 12 0,-5-16 0,-1 2-841,1 22 1,-1 2 840,-3-13 0,0-3 0,0-10 0,0 0 0,-4 14 0,1-1 0,2-19 0,0-4 0,-3 0 0,0-7 0,4-8 0,0-15 0,0-21 0,0-3 0,0-23 1681,0 4-1681,0-22 0,0 6 0,0 10 0,0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1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24575,'3'-3'0,"-3"3"0,8 3 0,22 20 0,6 2 0,38 26 0,7 1-967,-28-24 1,3-1 966,-1 0 0,-1-1 0,0-3 0,-2-1-408,32 14 408,-19-5 0,-29-14 0,-13-7 0,-20-5 0,0-1 1401,-3 19-1401,0 4 940,-13 35-940,7-23 0,-28 48 0,4 0-1637,-7 5 1637,10-26 0,1-4 0,1-9 0,-4 3 0,0-4 0,9-24 0,-34 53 0,35-57 0,-11 13 0,23-23 1637,1-11-1637,0 0 0,-4-3 0,3 3 0,2-3 0,5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2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24575,'5'5'0,"-4"32"0,10 0 0,-10 34-1151,4-7 1151,-5-13 0,0 1 0,0 40 140,0-39 1,0-3-141,0 5 0,0-18 0,0-23 0,0-10 0,0-13 870,0-25-870,0-3 0,0-7 0,0 22 0,0 11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2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10 24575,'0'-6'0,"-3"3"0,-3 3 0,-15 23 0,-12 8 0,3 8 0,-36 29 0,33-33 0,-6 9 0,-1-2 0,12-12 0,-24 34 0,42-47 0,-7 10 0,22-18 0,-3-6 0,3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24575,'16'-10'0,"-6"3"0,45-13 0,6 1 0,-5 4 0,3-1-424,-9 2 1,0-1 423,7 0 0,-2 0 0,30-14 0,-36 14 209,-8 2-209,-40 16 0,-2 0 0,-2 3 0,-3-2 0,3 1 638,-3-4-638,-1 2 0,4-3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 24575,'-3'7'0,"3"-4"0,3 2 0,6-1 0,6 3 0,3-4 0,24 1 0,-14-4 0,41 0 0,-21-6 0,44-2 0,-33-4 0,4 0 0,-31 3 0,-19 7 0,-2-1 0,-11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43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24575,'6'0'0,"0"0"0,0 0 0,32 0 0,10 0 0,24 0 0,-13 0 0,1 0-1234,25-7 1234,-10 0 0,-1-2 301,-1-6-301,17-10 0,-63 17 0,-7-4 0,-20 11 0,-4-2 0,1 3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1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6 24575,'-6'4'0,"-4"8"0,-3 14 0,2-3 0,-3 37 0,10-29 0,-5 37 0,8-29 0,1 12 0,13-6 0,0-7 0,5-11 0,-7-11 0,1-9 0,-5-5 0,5 1 0,-7-3 0,1-4 0,-2-1 0,0-2 0,1-1 0,-3-8 0,2 7 0,-4-19 0,2 3 0,-2 3 0,-4-19 0,3 25 0,-7-25 0,7 21 0,-7-21 0,5 21 0,-6-21 0,6 25 0,-8-18 0,8 25 0,-15-15 0,12 15 0,-7-4 0,7 7 0,1 4 0,1 2 0,-1 14 0,2-5 0,-1 12 0,2-8 0,2 10 0,7 1 0,-4-4 0,9 2 0,3-1 0,-3-6 0,20 14 0,-16-17 0,32 9 0,-27-11 0,10 1 0,-19-6 0,-5-1 0,-1 0 0,-2 2 0,-1-1 0,1 3 0,-4 2 0,2-3 0,-5 8 0,0-4 0,-5 6 0,-5 2 0,3-6 0,-3 6 0,9-12 0,1 3 0,3-8 0,0 0 0,2-2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24575,'-2'6'0,"-3"18"0,2-10 0,-4 41 0,6-32 0,1 25 0,3-33 0,3 3 0,0-9 0,0-3 0,3-2 0,3-2 0,-5-4 0,8-1 0,-7-3 0,2-1 0,-4-2 0,-2 1 0,-1-4 0,-2-1 0,-1 0 0,0 1 0,-2 0 0,-1 4 0,-4-7 0,-1 4 0,-2-2 0,0 1 0,3 7 0,1 0 0,0 2 0,1 1 0,1 7 0,2 1 0,4 6 0,0-4 0,2 1 0,-1-4 0,-1-2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6:5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24575,'3'-4'0,"0"0"0,0 1 0,16-5 0,0 6 0,8-5 0,2 11 0,-5 0 0,0 5 0,-5-1 0,-9 2 0,-4-2 0,-3 4 0,-2-2 0,-1 11 0,-3 0 0,-6 16 0,2-15 0,-8 12 0,4-13 0,1-3 0,3-2 0,5-15 0,2-2 0,2-3 0,1-6 0,3 3 0,1-5 0,3 0 0,6-10 0,4-9 0,3-9 0,2-5 0,-5-6 0,-2 5 0,-5 2 0,-6 13 0,-3 14 0,-4 11 0,-4 9 0,-1 3 0,-1 1 0,0 1 0,3-3 0,-4 12 0,6-10 0,-2 27 0,3-20 0,0 34 0,2-27 0,12 32 0,-7-35 0,11 16 0,1-12 0,-3-9 0,34 8 0,-15-17 0,22 0 0,-25-6 0,-3-1 0,-16-2 0,-1 0 0,-8-1 0,2 3 0,-5-3 0,0 6 0,-1-2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24575,'-21'29'0,"0"26"0,-3 3 0,11 26 0,9-36 0,6-3 0,3-20 0,0-13 0,3-5 0,2 0 0,3-3 0,3-1 0,-3 0 0,-1-3 0,-4 0 0,-1-4 0,-1 1 0,-1-8 0,0 0 0,0-2 0,-3-3 0,0 7 0,-2-13 0,0 7 0,0-13 0,0 3 0,-2 1 0,-1 2 0,-3 5 0,-1 1 0,0 0 0,0-1 0,0 4 0,1 1 0,-2 4 0,2 1 0,-1 1 0,1 2 0,1 1 0,1 1 0,0 6 0,-1 1 0,0 13 0,2-4 0,-1 9 0,8-1 0,3 3 0,3-1 0,3-2 0,15 5 0,-11-11 0,17 13 0,-5-10 0,-6-4 0,0-2 0,-13-9 0,-6-4 0,0 6 0,0-1 0,-1 1 0,5 12 0,-6-11 0,5 15 0,-7-15 0,0 5 0,0-5 0,-2-1 0,1-2 0,-2-2 0,2 0 0,-1-2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22 24575,'-9'25'0,"4"1"0,2-5 0,3 0 0,0-11 0,2 5 0,1-8 0,3 3 0,-1-6 0,6-1 0,-3-1 0,4-2 0,-4-2 0,7-9 0,-7 3 0,5-11 0,-5 6 0,-3 1 0,1-4 0,-5 8 0,-1-1 0,0 5 0,0-1 0,0 1 0,0 0 0,-3-1 0,-2-1 0,-4 1 0,-3-4 0,-1 4 0,2-3 0,-4 3 0,10 0 0,-5 3 0,8 1 0,0 4 0,0 3 0,1 1 0,-1-1 0,2 2 0,0-5 0,0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6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95 24575,'-2'-2'0,"3"1"0,39-10 0,38-5 0,9-7 0,-1 4 0,-46 7 0,-22 8 0,-13 0 0,-1 3 0,-4-1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7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24575,'4'0'0,"3"0"0,15 0 0,13 0-8503,-2 0 8503,15 0 1719,-32 0-1719,8 0 0,-17 2 0,-1-2 0,-1 9 0,-1-5 6784,-1 11-6784,2 2 0,-4 1 0,0 4 0,-4-5 0,-4-4 0,2-2 0,-3-2 0,5-6 0,-1-2 0,4-5 0,0 0 0,0-3 0,0 3 0,0-4 0,4 1 0,1-2 0,4-3 0,6-4 0,3-4 0,-4 4 0,4 0 0,-9 4 0,1 3 0,-3-3 0,-3 6 0,-1-1 0,-1-1 0,-1 3 0,-2 1 0,0 4 0,-11 10 0,3 2 0,-5 28 0,8-19 0,4 16 0,7-20 0,1-1 0,7-2 0,7 1 0,4-9 0,13 1 0,20-7 0,-14 0 0,6-5 0,-26-1 0,-12-2 0,-4 1 0,-5 3 0,-2-1 0,0 3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0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10 134 24575,'-8'0'0,"7"-2"0,2 0 0,61-16 0,8 2 0,-19 4 0,7 1 0,18-3 0,-1 1 0,18 0 0,-34 3 0,-6 1 0,-14 1 0,-23 4 0,-11 2 0,-3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28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24575,'-8'2'0,"2"-1"0,-2 3 0,5-1 0,-2 0 0,5 0 0,-3-3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11 24575,'-2'-5'0,"-1"2"0,-17 0 0,-4 8 0,-22 9 0,-4 6 0,-6 13 0,0-2 0,3 6 0,9 23 0,-6 11-493,31-23 1,5 2 492,-6 39 0,12-39 0,3 0 0,11 32 0,12-7 0,13-7 0,11-8 80,10-17-80,8-15 0,6-11 0,1-15 0,-11-7 0,-7-17 0,-20 0 0,9-28 0,-24 15 0,8-19 0,-10-17 0,-1 16 738,-4-25-738,-2 23 0,-11-7 167,1 13-167,-11-3 0,4 23 0,-5 2 0,-3 5 0,6 9 0,-10-5 0,-8 6 0,-9-4 0,5 5 0,-8-1 0,26 12 0,-6-2 0,11 7 0,5 2 0,5 3 0,0 23 0,3-10 0,17 39 0,-7-33 0,46 53 0,-5-31-425,-14-9 1,2 1 424,4-6 0,0-2 0,32 27 0,5-1 0,-34-25 0,3 4 0,-26-17 0,6 7 0,-11-4 0,-11-10 0,-4 5 849,-3-5-849,0 2 0,0 12 0,0-14 0,-5 21 0,-6-1 0,0-5 0,-16 22 0,14-35 0,-8 27 0,13-31 0,3 8 0,2-12 0,6-2 0,7 2 0,-6-5 0,5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0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13 24575,'-5'8'0,"-7"13"0,1-3 0,-4 35 0,-1-1 0,8 6 0,-1 14 0,12-44 0,0 14 0,10-31 0,1 3 0,7-7 0,15-14 0,-14-5 0,11-9 0,-21-16 0,-4-4 0,2-23 0,-8 13 0,-2-11 0,-7 29 0,-6-4 0,0 23 0,1 2 0,-3 9 0,3 1 0,-4 4 0,1 5 0,5 1 0,-2 5 0,7-5 0,2 2 0,0-4 0,3 0 0,0-4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24575,'6'-3'0,"46"-10"0,37-9 0,-35 7 0,0 1-4916,0 2 1,-6 0 3425,2-3 4308,-29 7-2818,-16 8 429,-2 0 1,-3 3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24575,'0'-9'0,"0"-6"0,5 6 0,-2-4 0,9-2 0,9 2 0,-6 1 0,29-1 0,-8 12 0,0-4 0,15 15 0,-31 9 0,22 21 0,-29 0 0,2 7 0,-15-1 0,-12 19 0,-1-5 0,-16 13 0,2-29 0,-6 4 0,11-27 0,6-3 0,11-19 0,16-35 0,7 5 0,5-24 0,9 5 0,3-1 0,0-1 0,20-10 0,-26 26 0,8-5 0,-14 9 0,-14 13 0,9-5 0,-17 16 0,3 3 0,-6 4 0,-3 19 0,-7 6 0,-7 25 0,8 25 0,1-11 0,10 2 0,15-12 0,1-25 0,28 11 0,0-19 0,28-3 0,-19-11 0,33 0 0,-49-12 0,23-4 0,-44-3 0,4-2 0,-17 0 0,0 8 0,-3-3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4 126 24575,'-3'-3'0,"7"3"0,15-7 0,26 6 0,21-15 0,-13 11 0,3 0 0,-3-7 0,0-1 0,11 4 0,-1 2 0,23-12 0,-21 8 0,-35 3 0,-18 4 0,-7 2 0,-2 0 0,2 1 0,-7 1 0,2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91 24575,'-11'8'0,"9"-5"0,5 2 0,83-12 0,9-1 0,-24 2 0,11-1 0,-7-1-664,-8-3 0,-3 1 664,23-1 0,-11 1 324,-34-2-324,-14 4 0,-27 7 0,1-3 0,-7 3 0,4-1 0,-1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24575,'9'0'0,"24"0"0,20 0 0,33-6 0,8-1 0,-40 2 0,1 0 0,42-4 0,-4-2 0,-25-1 0,-18 5 0,-31 0 0,-17 7 0,-5-3 0,-5 1 0,4 1 0,0-1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24575,'0'13'0,"5"32"0,-3 0 0,9 35 0,-3 11-1654,-1-3 1654,0-29 0,-2-1 0,-3 20 195,4 3-195,-6-9 0,3-27 0,-2 3 0,4-33 0,-2-9 310,0-3 0,0-4 0,-3-1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15 24575,'0'-6'0,"-2"1"0,-2 2 0,-5 9 0,3 1 0,-14 61 0,3-8 0,6-3 0,0 3 0,-8 26 0,12 5 0,1-1 0,9-36 0,4 7 0,3-45 0,14-1 0,-10-9 0,29-7 0,-19-13 0,25-14 0,-25 1 0,6-13 0,-17 9 0,0-7 0,-3-1 0,-5-8 0,4 7 0,-8-7 0,3 0 0,-4 15 0,-8-13 0,-1 22 0,-14-9 0,9 17 0,-20-14 0,-1 13 0,-1-1 0,-8 2 0,21 14 0,1-3 0,9 13 0,10 2 0,0 26 0,3 4 0,4 7 0,8 14 0,5-11 0,17 8 0,18 8 0,4-15 0,13 5 0,-2-15 0,-9-8 0,17 10 0,-16-13 0,-8 1 0,-19-15 0,-19-5 0,-8-1 0,-3-1 0,-2-1 0,-2 1 0,-7 11 0,-16 8 0,7-2 0,-19 14 0,13-11 0,3 0 0,5-4 0,14-17 0,2-4 0,0-3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25 24575,'-3'-5'0,"3"-1"0,-3 1 0,3-1 0,-2 3 0,-4 6 0,-12 23 0,-6 5 0,-6 32 0,7-9 0,5 18 0,12-14 0,0-9 0,16 3 0,2-30 0,9 8 0,16-24 0,-4-7 0,21-10 0,-18-9 0,1-10 0,-17-5 0,-6-3 0,-9-1 0,-1-7 0,-8 5 0,-2-6 0,-8 9 0,5 7 0,-13-2 0,10 16 0,-7 1 0,4 7 0,3 6 0,-3 0 0,-1 3 0,3 9 0,0-2 0,6 8 0,5-9 0,2-1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47:3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24575,'12'3'0,"43"7"0,0 7 0,-1-2 0,0 2 0,-6 1 0,8 5 0,-50-11 0,0 10 0,-3 24 0,-7-3 0,-8 27 0,-11-20 0,-7 10 0,-3-10 0,4-19 0,7-4 0,12-25 0,5-3 0,10-30 0,5 2 0,12-20 0,5 1 0,29-15-1429,3-1 1429,-21 24 0,-1 1 0,26-19 0,1-12 0,-28 25 0,-3 7 0,-19 2 0,-11 22 0,2-7 0,-5 13 1429,-5 5-1429,1 3 0,-11 7 0,5 6 0,-14 9 0,-1 15 0,-2 15 0,-1 7 0,9 5 0,8 0 0,6 3 0,10-1 0,11-1 0,8-14 0,15-1 0,38-6-1086,-2-7 1086,-2-20 0,3-5 0,-20-5 0,-1-1 0,13-1 0,-2-3 0,19-12 0,-13-8 0,-34-5 0,-11 1 0,-21 11 0,-6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7 24575,'-4'-3'0,"-2"2"0,5-2 0,-2 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86 24575,'-7'0'0,"-1"2"0,0 3 0,1-1 0,6 0 0,4-4 0,31 0 0,32-6-775,31-7 775,-45 6 0,0 0 0,0-5 0,-3-1 0,23-4 0,-24 1 0,-21 6 0,-24 13 0,-2-2 0,-3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24575,'2'3'0,"3"2"0,1-5 0,3 3 0,-1-3 0,-2 2 0,-2 1 0,-6 2 0,-1 2 0,0-4 0,1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16 24575,'-3'-5'0,"-2"2"0,2-2 0,-2 5 0,5-2 0,31 2 0,25 0 0,34 0 0,-35 0 0,1 0-696,41 0 696,-11 0 0,-33 0 0,-26 0 0,-15 0 0,-7 2 0,-3-2 0,1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24575,'11'75'0,"2"12"0,-9-13 0,-1 4 0,0-9 0,0 2 0,-2 0 0,-1 6 0,-1-5-1455,-2 10 0,0-3 1455,3 11 0,-2-3 0,-4-23 0,0-7 0,5 9 921,-5-10-921,8-41 478,3-36-478,3-10 0,-3-12 0,-1 7 1511,-4 7-1511,0-5 0,0 22 0,0-4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24575,'5'4'0,"23"28"0,25 19 0,10 11-1931,-2-16 1,3 0 1930,-22-12 0,3 1 0,15 6 0,10 4 0,-9-4 0,-13-4 0,-3-1 0,22 9 0,-6-4 512,-25-9-512,-4-4 782,-18-8-782,4 10 0,-8-1 0,-1 7 0,-4 7 0,-1 40 0,-18-22 0,7-8 0,-6-1 0,-32 14 0,-11 8 503,15-35 1,-2-2-504,5-5 0,-2-1 0,-11 4 0,0-4 0,-17 12 566,-7-4-566,30-22 0,15 0 0,14-15 0,13-2 0,3-3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15 24575,'0'-5'0,"0"0"0,0 0 0,-4 7 0,2 1 0,-17 33 0,-1 7 0,-8 19 0,4 20 0,9-24 0,8 25 0,7-22 0,10-6 0,13-13 0,-3-18 0,14-15 0,-17-3 0,19-20 0,-22 6 0,21-38 0,-21 25 0,8-50 0,-11 37 0,-5-32 0,-6 29 0,-5-14 0,-10 6 0,-4 3 0,1 7 0,0 17 0,7 8 0,3 3 0,-2 7 0,2 0 0,0 2 0,-1 6 0,-7 7 0,7-5 0,-7 11 0,9-12 0,3 5 0,-1-6 0,14-3 0,-7-3 0,6-2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24575,'0'5'0,"0"0"0,3 5 0,-1 4 0,-2-3 0,0 15 0,0-13 0,0 28 0,0-27 0,0 34 0,0-33 0,-5 33 0,4-33 0,-3 11 0,4-12 0,0-8 0,0 6 0,0-5 0,0-1 0,0 3 0,0-3 0,0 1 0,2-2 0,7-2 0,4-1 0,6-2 0,5 0 0,-4 0 0,4-3 0,-11 2 0,0-4 0,-7 5 0,1-5 0,-2 5 0,0-3 0,0 1 0,0 2 0,0-5 0,0 4 0,0-3 0,0 3 0,0-3 0,0 3 0,3-3 0,-3 1 0,2 0 0,1-1 0,4 0 0,-4 1 0,4 0 0,-10 1 0,1 1 0,-3-1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153 117 24575,'-3'-10'0,"3"4"0,-5-2 0,5 4 0,-5 3 0,0-1 0,0 2 0,-13 12 0,-1 14 0,-4 8 0,3 9 0,-1 23 0,10-15 0,-2 31 0,8-35 0,5 26 0,8-32 0,0 10 0,6-28 0,1-8 0,0-6 0,5 0 0,-5-5 0,10-1 0,-8-6 0,10-4 0,-8-3 0,-2-6 0,-3 4 0,1-14 0,-1 2 0,-1-5 0,1-12 0,-8 18 0,0-26 0,2 4 0,-7 5 0,4-24 0,-5 17 0,-3 0 0,-7-9 0,2 33 0,-16-21 0,15 26 0,-10-7 0,13 17 0,-1 1 0,2 2 0,-2 2 0,1 1 0,-4 2 0,2 2 0,-2 1 0,0 4 0,-1 5 0,-1 3 0,3 0 0,-1 4 0,7 11 0,0-11 0,3 28 0,4-20 0,0 9 0,35 16 0,-9-21 0,25 15 0,14-7 0,-19-12 0,25 9 0,-22-10 0,-1-10 0,-14-3 0,-8-3 0,-18-4 0,-5 2 0,-1 3 0,-3 2 0,4 13 0,-6 10 0,3-9 0,-4 20 0,-5-13 0,-10 14 0,4-18 0,-9-2 0,12-21 0,-5 10 0,5-10 0,-1 2 0,13-11 0,2-4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24575,'0'5'0,"5"21"0,-4 13 0,4 23 0,-5 7 0,0 7 0,0 3 0,0-1 0,0-8 0,0-18 0,0-20 0,0-13 0,0-16 0,2-6 0,8-24 0,2 1 0,4-17 0,-3 7 0,-8 16 0,-1 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26 177 24575,'-8'0'0,"1"-2"0,2 2 0,0-3 0,4 3 0,10 0 0,27-5 0,35-2 0,27-6-558,-43 4 0,2 0 558,-2 2 0,0-1 0,-2-4 0,-3 0 0,30-2 0,-5-3 0,-7 0 0,-12 5 0,-3-3 0,-19 7 0,-21 4 0,-7 1 0,-4 3 0,-4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211 128 24575,'0'-8'0,"-2"5"0,1 6 0,-16 31 0,-3 8 0,-16 43 0,6-5-893,10-27 0,2 2 893,3-2 0,3-1 0,-9 38 0,4 7 0,15-48 431,6 17-431,3-40 0,12 1 0,3-18 0,22-10 0,-2-10 0,12-17 0,-17-9 0,0-10 0,-10-8 0,1-14 0,-11 12 0,0-23 0,-12 16 0,1-22 0,-6 0 0,0 7 1355,0 17-1355,-4 11 0,0 23 0,-7 1 0,3 12 0,-11-7 0,3 12 0,-7-6 0,3 12 0,1 2 0,6 4 0,2 3 0,6 3 0,-2 13 0,4-8 0,-6 28 0,8-8 0,1 35 0,12-5 0,17 9 0,13-2 0,11-16 0,-1-2 0,4-8 0,-12-11 0,-9-4 0,-3-2 0,-20-15 0,9 7 0,-8-5 0,-1 3 0,1 2 0,-9 8 0,2-6 0,-6 27 0,0-15 0,-5 25 0,-4-21 0,-10 3 0,-11-3 0,5-14 0,0-1 0,13-16 0,7-8 0,2-4 0,9-8 0,0 3 0,1 1 0,-3 6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49 24575,'-2'-3'0,"-1"3"0,-2 5 0,-31 77 0,15-28 0,-1 12 0,3 0 0,7 0 0,6 1 0,6-31 0,6-9 0,4-14 0,21-3 0,-1-8 0,23-22 0,-12 1 0,4-24 0,-9 1 0,-15 1 0,4-9 0,-15 12 0,0-20 0,-6 25 0,-9-23 0,0 26 0,-12-10 0,5 17 0,-17 2 0,16 12 0,-9-2 0,14 8 0,1 1 0,2 2 0,2 2 0,-5 7 0,4 0 0,-5 9 0,6-7 0,-3 8 0,6-11 0,-3 6 0,3-8 0,0-1 0,0-3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24575,'-11'5'0,"3"2"0,3-1 0,3 1 0,4-2 0,1-2 0,4 1 0,27-3 0,17 1 0,20-2 0,28 0 0,-2-6 0,0 4 0,-12-8 0,-40 6 0,-18-4 0,-20 5 0,-5 0 0,-4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24575,'-2'18'0,"-1"-3"0,3 19 0,0 9 0,0 12 0,0-1 0,-5 27 0,3-8-1202,-9 15 1202,10 11 0,-4-34 0,5 17 0,0-42 0,0-3 0,0-25 0,0-9 0,0-1 0,0-5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49 24575,'-5'-3'0,"0"3"0,-12 20 0,-22 57 0,7-17-388,6 4 1,5 2 387,8 1 0,2 25 0,11-31 0,9-1 191,-4-22-191,24 1 0,-6-19 0,23 1 0,-8-12 0,13-4 584,-14-9-584,-1-3 0,-13-3 0,-11-5 0,2-8 0,-10-6 0,8-7 0,-11-7 0,3-10 0,-4 6 0,-5-26 0,-7 17 0,-12-28 0,0 20 0,-9-3 0,15 29 0,-10 0 0,14 18 0,-4 1 0,6 7 0,4 7 0,1 3 0,2 2 0,-2 2 0,1 3 0,-5 7 0,7 18 0,-7 15 0,10-5 0,1 23 0,18-8 0,21 32-1998,12-4 1998,4-13 0,-18-36 0,5-2 0,3-8 0,1-3-772,40 24 772,-26-24 0,0-3 0,7 4 0,2-2 0,-34-6 0,-23-5 0,-9 2 1914,1-2-1914,-3 9 856,1 4-856,-2 7 0,0 14 0,-8-5 0,6-6 0,-14 1 0,14-22 0,-8 10 0,11-20 0,0 3 0,17-15 0,-11 9 0,9-6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24575,'-3'10'0,"1"30"0,2 13 0,0 6 0,0 4 0,0 33 0,3-36 0,-1-2 0,0 19 0,5-32 0,-4-15 0,1-18 0,0-7 0,5-19 0,-5 8 0,20-49 0,-16 27 0,13-22 0,-17 23 0,-1 16 0,-3 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 24575,'0'-5'0,"0"-1"0,0 1 0,2 3 0,3-1 0,7 3 0,26 0 0,2 0 0,14 0 0,-22 0 0,1 4 0,-20-1 0,19 27 0,-20 2 0,4 29 0,-11-14 0,-10 19 0,1-34 0,-13 31 0,8-30 0,-5 6 0,8-22 0,3-17 0,-2-10 0,4 1 0,-2-5 0,6 2 0,1-10 0,8-7 0,10-22 0,11-5 0,11-23-849,11 3 849,-28 31 0,-2 2 0,14-8 0,-4-22 0,-19 41 0,-1-12 0,-4 22 0,-8 10 0,-1 4 849,-6 8-849,-3 7 0,-5 5 0,-9 22 0,4-3 0,-9 19 0,16 3 0,-5 9 0,14 7 0,-4 7 0,16 10 0,-4-20 0,20 7 0,8-24 0,4-5 0,39 4-1063,13-23 1063,-43-14 0,3-4 0,7-7 0,0-5-97,22-13 97,6-20 0,-28 4 0,-13-8 0,-22 20 0,-15 0 0,-5 14 0,-6 3 0,1 3 0,-1 2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24575,'3'-15'0,"0"7"0,1 2 0,10 36 0,-6 8 0,3 30 0,-2 12 0,-5-16 0,-1 2-841,1 22 1,-1 2 840,-3-13 0,0-3 0,0-10 0,0 0 0,-4 14 0,1-1 0,2-19 0,0-4 0,-3 0 0,0-7 0,4-8 0,0-15 0,0-21 0,0-3 0,0-23 1681,0 4-1681,0-22 0,0 6 0,0 10 0,0 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24575,'3'-3'0,"-3"3"0,8 3 0,22 20 0,6 2 0,38 26 0,7 1-967,-28-24 1,3-1 966,-1 0 0,-1-1 0,0-3 0,-2-1-408,32 14 408,-19-5 0,-29-14 0,-13-7 0,-20-5 0,0-1 1401,-3 19-1401,0 4 940,-13 35-940,7-23 0,-28 48 0,4 0-1637,-7 5 1637,10-26 0,1-4 0,1-9 0,-4 3 0,0-4 0,9-24 0,-34 53 0,35-57 0,-11 13 0,23-23 1637,1-11-1637,0 0 0,-4-3 0,3 3 0,2-3 0,5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24575,'5'5'0,"-4"32"0,10 0 0,-10 34-1151,4-7 1151,-5-13 0,0 1 0,0 40 140,0-39 1,0-3-141,0 5 0,0-18 0,0-23 0,0-10 0,0-13 870,0-25-870,0-3 0,0-7 0,0 22 0,0 11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10 24575,'0'-6'0,"-3"3"0,-3 3 0,-15 23 0,-12 8 0,3 8 0,-36 29 0,33-33 0,-6 9 0,-1-2 0,12-12 0,-24 34 0,42-47 0,-7 10 0,22-18 0,-3-6 0,3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24575,'16'-10'0,"-6"3"0,45-13 0,6 1 0,-5 4 0,3-1-424,-9 2 1,0-1 423,7 0 0,-2 0 0,30-14 0,-36 14 209,-8 2-209,-40 16 0,-2 0 0,-2 3 0,-3-2 0,3 1 638,-3-4-638,-1 2 0,4-3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19 24575,'-3'7'0,"3"-4"0,3 2 0,6-1 0,6 3 0,3-4 0,24 1 0,-14-4 0,41 0 0,-21-6 0,44-2 0,-33-4 0,4 0 0,-31 3 0,-19 7 0,-2-1 0,-11 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24575,'6'0'0,"0"0"0,0 0 0,32 0 0,10 0 0,24 0 0,-13 0 0,1 0-1234,25-7 1234,-10 0 0,-1-2 301,-1-6-301,17-10 0,-63 17 0,-7-4 0,-20 11 0,-4-2 0,1 3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 24575,'-8'2'0,"2"-1"0,-2 3 0,5-1 0,-2 0 0,5 0 0,-3-3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11 24575,'-2'-5'0,"-1"2"0,-17 0 0,-4 8 0,-22 9 0,-4 6 0,-6 13 0,0-2 0,3 6 0,9 23 0,-6 11-493,31-23 1,5 2 492,-6 39 0,12-39 0,3 0 0,11 32 0,12-7 0,13-7 0,11-8 80,10-17-80,8-15 0,6-11 0,1-15 0,-11-7 0,-7-17 0,-20 0 0,9-28 0,-24 15 0,8-19 0,-10-17 0,-1 16 738,-4-25-738,-2 23 0,-11-7 167,1 13-167,-11-3 0,4 23 0,-5 2 0,-3 5 0,6 9 0,-10-5 0,-8 6 0,-9-4 0,5 5 0,-8-1 0,26 12 0,-6-2 0,11 7 0,5 2 0,5 3 0,0 23 0,3-10 0,17 39 0,-7-33 0,46 53 0,-5-31-425,-14-9 1,2 1 424,4-6 0,0-2 0,32 27 0,5-1 0,-34-25 0,3 4 0,-26-17 0,6 7 0,-11-4 0,-11-10 0,-4 5 849,-3-5-849,0 2 0,0 12 0,0-14 0,-5 21 0,-6-1 0,0-5 0,-16 22 0,14-35 0,-8 27 0,13-31 0,3 8 0,2-12 0,6-2 0,7 2 0,-6-5 0,5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13 24575,'-5'8'0,"-7"13"0,1-3 0,-4 35 0,-1-1 0,8 6 0,-1 14 0,12-44 0,0 14 0,10-31 0,1 3 0,7-7 0,15-14 0,-14-5 0,11-9 0,-21-16 0,-4-4 0,2-23 0,-8 13 0,-2-11 0,-7 29 0,-6-4 0,0 23 0,1 2 0,-3 9 0,3 1 0,-4 4 0,1 5 0,5 1 0,-2 5 0,7-5 0,2 2 0,0-4 0,3 0 0,0-4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24575,'6'-3'0,"46"-10"0,37-9 0,-35 7 0,0 1-4916,0 2 1,-6 0 3425,2-3 4308,-29 7-2818,-16 8 429,-2 0 1,-3 3 0,0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24575,'0'-9'0,"0"-6"0,5 6 0,-2-4 0,9-2 0,9 2 0,-6 1 0,29-1 0,-8 12 0,0-4 0,15 15 0,-31 9 0,22 21 0,-29 0 0,2 7 0,-15-1 0,-12 19 0,-1-5 0,-16 13 0,2-29 0,-6 4 0,11-27 0,6-3 0,11-19 0,16-35 0,7 5 0,5-24 0,9 5 0,3-1 0,0-1 0,20-10 0,-26 26 0,8-5 0,-14 9 0,-14 13 0,9-5 0,-17 16 0,3 3 0,-6 4 0,-3 19 0,-7 6 0,-7 25 0,8 25 0,1-11 0,10 2 0,15-12 0,1-25 0,28 11 0,0-19 0,28-3 0,-19-11 0,33 0 0,-49-12 0,23-4 0,-44-3 0,4-2 0,-17 0 0,0 8 0,-3-3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4 126 24575,'-3'-3'0,"7"3"0,15-7 0,26 6 0,21-15 0,-13 11 0,3 0 0,-3-7 0,0-1 0,11 4 0,-1 2 0,23-12 0,-21 8 0,-35 3 0,-18 4 0,-7 2 0,-2 0 0,2 1 0,-7 1 0,2 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91 24575,'-11'8'0,"9"-5"0,5 2 0,83-12 0,9-1 0,-24 2 0,11-1 0,-7-1-664,-8-3 0,-3 1 664,23-1 0,-11 1 324,-34-2-324,-14 4 0,-27 7 0,1-3 0,-7 3 0,4-1 0,-1 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24575,'9'0'0,"24"0"0,20 0 0,33-6 0,8-1 0,-40 2 0,1 0 0,42-4 0,-4-2 0,-25-1 0,-18 5 0,-31 0 0,-17 7 0,-5-3 0,-5 1 0,4 1 0,0-1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24575,'0'13'0,"5"32"0,-3 0 0,9 35 0,-3 11-1654,-1-3 1654,0-29 0,-2-1 0,-3 20 195,4 3-195,-6-9 0,3-27 0,-2 3 0,4-33 0,-2-9 310,0-3 0,0-4 0,-3-1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15 24575,'0'-6'0,"-2"1"0,-2 2 0,-5 9 0,3 1 0,-14 61 0,3-8 0,6-3 0,0 3 0,-8 26 0,12 5 0,1-1 0,9-36 0,4 7 0,3-45 0,14-1 0,-10-9 0,29-7 0,-19-13 0,25-14 0,-25 1 0,6-13 0,-17 9 0,0-7 0,-3-1 0,-5-8 0,4 7 0,-8-7 0,3 0 0,-4 15 0,-8-13 0,-1 22 0,-14-9 0,9 17 0,-20-14 0,-1 13 0,-1-1 0,-8 2 0,21 14 0,1-3 0,9 13 0,10 2 0,0 26 0,3 4 0,4 7 0,8 14 0,5-11 0,17 8 0,18 8 0,4-15 0,13 5 0,-2-15 0,-9-8 0,17 10 0,-16-13 0,-8 1 0,-19-15 0,-19-5 0,-8-1 0,-3-1 0,-2-1 0,-2 1 0,-7 11 0,-16 8 0,7-2 0,-19 14 0,13-11 0,3 0 0,5-4 0,14-17 0,2-4 0,0-3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25 24575,'-3'-5'0,"3"-1"0,-3 1 0,3-1 0,-2 3 0,-4 6 0,-12 23 0,-6 5 0,-6 32 0,7-9 0,5 18 0,12-14 0,0-9 0,16 3 0,2-30 0,9 8 0,16-24 0,-4-7 0,21-10 0,-18-9 0,1-10 0,-17-5 0,-6-3 0,-9-1 0,-1-7 0,-8 5 0,-2-6 0,-8 9 0,5 7 0,-13-2 0,10 16 0,-7 1 0,4 7 0,3 6 0,-3 0 0,-1 3 0,3 9 0,0-2 0,6 8 0,5-9 0,2-1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7:03:0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24575,'12'3'0,"43"7"0,0 7 0,-1-2 0,0 2 0,-6 1 0,8 5 0,-50-11 0,0 10 0,-3 24 0,-7-3 0,-8 27 0,-11-20 0,-7 10 0,-3-10 0,4-19 0,7-4 0,12-25 0,5-3 0,10-30 0,5 2 0,12-20 0,5 1 0,29-15-1429,3-1 1429,-21 24 0,-1 1 0,26-19 0,1-12 0,-28 25 0,-3 7 0,-19 2 0,-11 22 0,2-7 0,-5 13 1429,-5 5-1429,1 3 0,-11 7 0,5 6 0,-14 9 0,-1 15 0,-2 15 0,-1 7 0,9 5 0,8 0 0,6 3 0,10-1 0,11-1 0,8-14 0,15-1 0,38-6-1086,-2-7 1086,-2-20 0,3-5 0,-20-5 0,-1-1 0,13-1 0,-2-3 0,19-12 0,-13-8 0,-34-5 0,-11 1 0,-21 11 0,-6 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4:5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24575,'7'-12'0,"0"5"0,0 4 0,0 3 0,17 27 0,0 44-1092,-7-20 0,-2 6 1092,0 24 0,-3 5 0,-5 0 0,-4 1 0,-1-7 0,-3 2 0,-7 11 0,-3 0 0,2-22 0,-2-2 0,-6 5 0,0-2 0,7-10 0,1-4 523,-8 19-523,10-22 0,7-27 0,0-18 0,0-6 0,0-1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4:57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1 24575,'-32'34'0,"11"-15"0,-39 56 0,36-45-819,-21 22 1,-2 4 818,15-6 0,-3-6 0,-3 3 0,8-2 0,3-4 0,-3-1 0,-11 17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4:58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1 349 24575,'7'-15'0,"0"1"0,3 4 0,1-2 0,4 4 0,36-13 0,10 10 0,11-1 0,7-1-1589,-19 4 0,2 1 1589,9-1 0,8 0 0,0-2-1240,-5-2 1,1 0 0,-1-1 1239,2 0 0,0 0 0,0 0 0,0-2 0,0-1 0,-4 1-348,10 1 0,-8 1 348,-20 4 0,-4 2 0,24 0 0,-54 11 0,-18 1 1737,-22 17-1737,9-7 0,-7 4 0,11-12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4:5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412 1 24575,'-14'3'0,"-6"6"0,-16 16 0,-26 24 0,22 0 0,0 8-1273,0-4 1,3 3 1272,2 10 0,6 3 0,9-9 0,5-1 0,6-3 0,2 0 0,0 4 0,6 2 0,18 12 0,9-3 0,-6-18 0,7-3 0,26 13 0,11-9 0,-2-22 0,4-10 0,7 0 0,3-7-671,8-10 0,-1-10 671,-7-9 0,-3-9 0,0-10 0,-6-8 0,-8-6 0,-8-7 0,-11-8 0,-7-4 0,-8 9 0,-6-3 0,-6-16 0,-8 1 0,-18-21 0,-6 14 0,-10 3 0,-7 31 0,-5 4 0,-8-17 0,-4 4 0,-1 22 0,-4 8 0,-4-2 0,-1 6 0,5 11 0,1 5 438,1-1 0,3 6-438,-16 21 0,20 0 0,9 33 0,14-24 0,4 9 0,14-25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0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24575,'16'77'0,"-5"-8"0,1-6 0,2 4-1924,-1-6 0,-1 0 1924,-2 12 0,0 0 0,4-4 0,-1 0 0,-4 4 0,0-2 222,-1-19 0,0-3-222,5 25 794,-2-31-794,-6-26 0,1-10 0,-5-7 0,2-1 0,-3-2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0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5 24575,'-7'-4'0,"-9"4"0,-3 5 0,-29 20 0,10 1 0,-16 15 0,12 14 0,-11 17 0,14-5 0,0 8 0,15-24 0,9 0 0,-3 0 0,11-23 0,1-5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00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0 434 8191,'65'-13'0,"0"0"0,9-1 0,1-1 1341,4-3 0,4-2-1341,-7 5 0,4-1 0,-5-2 0,6-4 0,0-3 0,2 2 0,6 0 0,-8-1 0,-11 1 0,-5-2 0,17-10 0,-9 2 3021,-17 8-3021,-16-5 1983,-43 27-1983,-18 8 1459,-8 14 0,2-10 0,10 8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10.2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493 0 24575,'-15'6'0,"-19"16"0,-9 26 0,-20 17-1074,30-21 0,-1 4 1074,-6 4 0,3 1 0,9-7 0,1 1 0,-9 14 0,5-2 0,6 10 0,8-16 0,2-2 0,7 5 690,1 5-690,10-29 354,25 2-354,-6-19 0,19 6 0,8-17 1104,-6-9-1104,8-1 0,-19-4 0,8-15 0,-10 0 0,9-11 0,-12 3 0,-14 12 0,9-26 0,-2-1 0,1-6 0,-1-15 0,-7 15 0,-5 0 0,-2-15 0,-6 36 0,0-36 0,-4 36 0,-8-26 0,-1 35 0,-27-21 0,21 28 0,-43-12 0,41 21 0,-47 2 0,47 6 0,-20 3 0,-6 36 0,22-14 0,-15 17 0,31-30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11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24575,'7'-12'0,"-3"2"0,3 6 0,-7 4 0,10 34 0,-1 16 0,-1 9 0,-3-5 0,0 4-1055,4 29 0,-3 2 1055,-5-20 0,-2-2 0,-3 1 0,0-1-139,4-4 1,-2-4 138,-5 19 0,7-9 0,0-48 0,0 5 0,0-28 519,0-21 0,0 11 1,0-13-1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11.4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442 19 24575,'-7'-8'0,"3"-1"0,-6 8 0,-4 2 0,-18 11 0,-3 12 0,-21 28 0,12 0 0,-10 18-772,9-4 772,0-5 0,9 2 0,2-8 0,19-27 0,4-5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11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0 321 24575,'67'-16'0,"21"-4"0,-17-1 0,4-3-2398,-7 5 1,2 0 2397,18-8 0,-1-1 0,-26 10 0,-3 0 620,4-3 0,-4 1-620,14-9 206,-37 8 1,-11 8-1,-18 7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6:55:12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389 43 23321,'-14'-7'0,"-1"3"617,-5 1-617,-12 3 210,-12 20-210,-3 2 0,-13 38 0,23-1-493,6-1 0,4 4 493,0 34 0,12-32 0,3 2 0,6 0 0,5-2 0,14 32 0,-3-31 0,5-3 0,30 9 0,-10-29 0,5-3 0,4-7 0,5-7 0,6-4 0,4-5 0,2 0 0,0-8 0,-5-16 0,-1-6 0,-2 0 0,-4-7 142,-9-12 0,-6-7-142,-3 0 0,-5-3 0,-3-10 0,-5-3-556,-8 0 0,-2 0 556,1 0 0,-2 1-3021,-9 0 0,-4 1 3021,0-1 0,-5 1 0,-9-4 0,-4 2 227,4 7 0,-3 3-227,-8 1 0,-2 6 0,-17-4 13,-5 9-13,4 20 772,11 2-772,-9 24 6655,19-1-6655,-22 29 0,16-9 0,-3 12 0,20-23 0,11-8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790AC59-1FB2-9647-8C3B-0518001CA0B4}" type="datetimeFigureOut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852C2B71-F5CA-2243-A535-BD5F5BCD22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6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C2B71-F5CA-2243-A535-BD5F5BCD227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6B34-73D7-D820-DD01-AF8BB7B79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A42AB-D9C5-E6D5-A202-5E488EB26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8B1A-42BF-FE41-8243-9B841A47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F4AD-C54C-5340-8F80-C42F7AC37EA1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4BDC-728A-C754-9EA9-516CAB59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86049-A326-1016-0E0B-AB43711E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2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8A95-4ECB-D8B6-19E6-FAD04C6D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A5F5-C274-7FAF-E6A0-AF27CA185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14B8-7934-EF5E-9EF6-D52CAC40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4803-8B8A-D146-BB5B-9FAFDC3AB0F2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F936-E428-82B4-496D-C1462880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CEF2-AB65-BECA-83CC-D5EE3D1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0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7ABC-4265-5EA0-05E5-57AF4E14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93430-D88D-DFAC-1DCD-A5B4A957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5260-E0A6-2433-5019-932D353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C0C24-C7F6-A443-A9D1-2438A768F8E3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F773E-C0D5-4A58-0D33-B359D93D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EE447-A646-A06D-1FF2-1465B2B5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4335-D06F-1ABA-3F92-E6DF6F36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3561-EFA2-3EE6-B8E6-BD072B8F2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AE842-8C8C-8ABC-9C88-DBBB40DE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43319-4EB7-B8BD-53C2-D75E9E7B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A5FFC-8697-294A-9EE6-5C12F5A8FE78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5ECF7-3369-110C-96B8-1BD16E99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222D6-AC60-1033-2405-6B18FF5B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3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131D-920D-E5AF-D7DB-B716C4B6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E573D-0C8D-3D5D-AC98-19D74335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12966-37C8-B308-4474-CEFBDE815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102E3-61BC-4F40-715B-22432E3D5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8F8D2-FF58-A6A4-7263-FC8A150A2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23547-D011-23DF-A782-5477D0D7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DB27-349E-3A46-ADAC-46C056AA7E9E}" type="datetime1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29EDC-FCC4-9DFD-7AAB-F355DCDE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0DB69-5B44-8BA9-CF8F-A66D37A8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FF90-2558-2087-7D48-A18E5908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AF63E-385B-8D7D-D45F-535F7CA2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AF80C-80D9-8D45-BF72-6691DED12E23}" type="datetime1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BE8C7-EC36-CE03-85E6-9A3A1326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356C-5B67-FE84-ED79-02DBC441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9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1784F-3FBD-256C-ADA8-E6FE8D1E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4567D-60A2-A347-B858-3FCEDD02ED69}" type="datetime1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C27AF-A30C-370F-3BE6-B685CBDE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9E73-C22F-85BA-213C-6CBB609B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0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54E-427B-1DAA-9326-75DA56C8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C21-5A1A-B3AE-8B45-EC0608FC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6C9A6-5749-25D1-1A20-2A4C6F078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A20FD-68A8-3326-7A1F-57810FBA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C6DA9-5A69-2341-B1DC-C6F3B5ADC5C2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A56ED-FAC9-471F-D33B-7DFA55A4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90F8E-AE01-6DAA-D351-ADCA3A85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9BD7-C8FA-2FEC-DB2F-935C8A00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52F7E-9CC5-9619-358B-68F562F35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94E2-9D35-854C-3F8F-3DEA23BE5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4F37C-7A46-4BF3-257E-516609E5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512B-5102-5D4B-B071-6CD36A0DDD56}" type="datetime1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12F1-993B-18C7-7E20-A41B71D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809-9A4F-DCDD-50F7-0F828A42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1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E5F9-57C5-4C72-9711-87959BD5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022DE-0D3A-0DA8-4053-13DABFD56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FDA4-F3ED-E6A6-05BC-374CA17C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D1DF-7AF4-A64D-9A23-8BB5476534B0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CFE9-25D6-AD27-0E48-F378141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DA54-4D12-2DA6-F88B-F5783531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5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68D3-7F52-A49C-9F8F-471C502C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0C6D7-ACBC-5B59-1ACD-A32BFFFD6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2DA9-7FA9-C66D-8228-9389527D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9345-6FED-764F-B7E5-58B8B6104E66}" type="datetime1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818D-7153-28CF-08BE-316045C8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D346E-94BB-B26C-649A-117207C7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59D6D-BBE8-2E4A-838C-1AECC9DF2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3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725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4084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36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138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623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2BDC7-E0A7-C9C7-61EF-A89D293D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F58CF-DE86-1E84-D04E-5383D35F6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0284C-E50F-5D2A-6EBC-B915ED1D1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CAB288D-ACDE-7042-9092-CA3362F0D793}" type="datetime1">
              <a:rPr lang="en-US" smtClean="0"/>
              <a:pPr/>
              <a:t>12/3/25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B1A9-8EC5-78A5-36EB-97C63BC8D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0DFD-7958-EE6B-1C32-74F9A325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7B59D6D-BBE8-2E4A-838C-1AECC9DF24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3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8288"/>
            <a:ext cx="12192000" cy="944880"/>
          </a:xfrm>
          <a:custGeom>
            <a:avLst/>
            <a:gdLst/>
            <a:ahLst/>
            <a:cxnLst/>
            <a:rect l="l" t="t" r="r" b="b"/>
            <a:pathLst>
              <a:path w="12192000" h="944880">
                <a:moveTo>
                  <a:pt x="12192000" y="0"/>
                </a:moveTo>
                <a:lnTo>
                  <a:pt x="0" y="0"/>
                </a:lnTo>
                <a:lnTo>
                  <a:pt x="0" y="944880"/>
                </a:lnTo>
                <a:lnTo>
                  <a:pt x="12192000" y="94488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6445" y="-51104"/>
            <a:ext cx="11059109" cy="2535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10992" y="2542031"/>
            <a:ext cx="5848984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28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4.png"/><Relationship Id="rId112" Type="http://schemas.openxmlformats.org/officeDocument/2006/relationships/customXml" Target="../ink/ink55.xml"/><Relationship Id="rId16" Type="http://schemas.openxmlformats.org/officeDocument/2006/relationships/customXml" Target="../ink/ink7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39.png"/><Relationship Id="rId102" Type="http://schemas.openxmlformats.org/officeDocument/2006/relationships/customXml" Target="../ink/ink50.xml"/><Relationship Id="rId5" Type="http://schemas.openxmlformats.org/officeDocument/2006/relationships/image" Target="../media/image2.png"/><Relationship Id="rId90" Type="http://schemas.openxmlformats.org/officeDocument/2006/relationships/customXml" Target="../ink/ink44.xml"/><Relationship Id="rId95" Type="http://schemas.openxmlformats.org/officeDocument/2006/relationships/image" Target="../media/image47.png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39.xml"/><Relationship Id="rId85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3.xml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49" Type="http://schemas.openxmlformats.org/officeDocument/2006/relationships/image" Target="../media/image24.png"/><Relationship Id="rId114" Type="http://schemas.openxmlformats.org/officeDocument/2006/relationships/customXml" Target="../ink/ink56.xml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8.xml"/><Relationship Id="rId81" Type="http://schemas.openxmlformats.org/officeDocument/2006/relationships/image" Target="../media/image40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6" Type="http://schemas.openxmlformats.org/officeDocument/2006/relationships/customXml" Target="../ink/ink37.xml"/><Relationship Id="rId97" Type="http://schemas.openxmlformats.org/officeDocument/2006/relationships/image" Target="../media/image48.png"/><Relationship Id="rId104" Type="http://schemas.openxmlformats.org/officeDocument/2006/relationships/customXml" Target="../ink/ink51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4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43.png"/><Relationship Id="rId110" Type="http://schemas.openxmlformats.org/officeDocument/2006/relationships/customXml" Target="../ink/ink54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0.xml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56" Type="http://schemas.openxmlformats.org/officeDocument/2006/relationships/customXml" Target="../ink/ink27.xml"/><Relationship Id="rId77" Type="http://schemas.openxmlformats.org/officeDocument/2006/relationships/image" Target="../media/image38.png"/><Relationship Id="rId100" Type="http://schemas.openxmlformats.org/officeDocument/2006/relationships/customXml" Target="../ink/ink49.xml"/><Relationship Id="rId105" Type="http://schemas.openxmlformats.org/officeDocument/2006/relationships/image" Target="../media/image52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93" Type="http://schemas.openxmlformats.org/officeDocument/2006/relationships/image" Target="../media/image46.png"/><Relationship Id="rId98" Type="http://schemas.openxmlformats.org/officeDocument/2006/relationships/customXml" Target="../ink/ink48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2.xml"/><Relationship Id="rId67" Type="http://schemas.openxmlformats.org/officeDocument/2006/relationships/image" Target="../media/image33.png"/><Relationship Id="rId116" Type="http://schemas.openxmlformats.org/officeDocument/2006/relationships/customXml" Target="../ink/ink57.xml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62" Type="http://schemas.openxmlformats.org/officeDocument/2006/relationships/customXml" Target="../ink/ink30.xml"/><Relationship Id="rId83" Type="http://schemas.openxmlformats.org/officeDocument/2006/relationships/image" Target="../media/image41.png"/><Relationship Id="rId88" Type="http://schemas.openxmlformats.org/officeDocument/2006/relationships/customXml" Target="../ink/ink43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7.xml"/><Relationship Id="rId57" Type="http://schemas.openxmlformats.org/officeDocument/2006/relationships/image" Target="../media/image28.png"/><Relationship Id="rId106" Type="http://schemas.openxmlformats.org/officeDocument/2006/relationships/customXml" Target="../ink/ink5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0.xml"/><Relationship Id="rId21" Type="http://schemas.openxmlformats.org/officeDocument/2006/relationships/image" Target="../media/image23.png"/><Relationship Id="rId42" Type="http://schemas.openxmlformats.org/officeDocument/2006/relationships/customXml" Target="../ink/ink78.xml"/><Relationship Id="rId47" Type="http://schemas.openxmlformats.org/officeDocument/2006/relationships/image" Target="../media/image36.png"/><Relationship Id="rId63" Type="http://schemas.openxmlformats.org/officeDocument/2006/relationships/image" Target="../media/image52.png"/><Relationship Id="rId68" Type="http://schemas.openxmlformats.org/officeDocument/2006/relationships/customXml" Target="../ink/ink91.xml"/><Relationship Id="rId2" Type="http://schemas.openxmlformats.org/officeDocument/2006/relationships/customXml" Target="../ink/ink58.xml"/><Relationship Id="rId16" Type="http://schemas.openxmlformats.org/officeDocument/2006/relationships/customXml" Target="../ink/ink65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69.xml"/><Relationship Id="rId32" Type="http://schemas.openxmlformats.org/officeDocument/2006/relationships/customXml" Target="../ink/ink73.xml"/><Relationship Id="rId37" Type="http://schemas.openxmlformats.org/officeDocument/2006/relationships/image" Target="../media/image31.png"/><Relationship Id="rId40" Type="http://schemas.openxmlformats.org/officeDocument/2006/relationships/customXml" Target="../ink/ink77.xml"/><Relationship Id="rId45" Type="http://schemas.openxmlformats.org/officeDocument/2006/relationships/image" Target="../media/image35.png"/><Relationship Id="rId53" Type="http://schemas.openxmlformats.org/officeDocument/2006/relationships/image" Target="../media/image47.png"/><Relationship Id="rId58" Type="http://schemas.openxmlformats.org/officeDocument/2006/relationships/customXml" Target="../ink/ink86.xml"/><Relationship Id="rId66" Type="http://schemas.openxmlformats.org/officeDocument/2006/relationships/customXml" Target="../ink/ink90.xml"/><Relationship Id="rId74" Type="http://schemas.openxmlformats.org/officeDocument/2006/relationships/customXml" Target="../ink/ink94.xml"/><Relationship Id="rId5" Type="http://schemas.openxmlformats.org/officeDocument/2006/relationships/image" Target="../media/image15.png"/><Relationship Id="rId61" Type="http://schemas.openxmlformats.org/officeDocument/2006/relationships/image" Target="../media/image51.png"/><Relationship Id="rId19" Type="http://schemas.openxmlformats.org/officeDocument/2006/relationships/image" Target="../media/image22.png"/><Relationship Id="rId14" Type="http://schemas.openxmlformats.org/officeDocument/2006/relationships/customXml" Target="../ink/ink64.xml"/><Relationship Id="rId22" Type="http://schemas.openxmlformats.org/officeDocument/2006/relationships/customXml" Target="../ink/ink68.xml"/><Relationship Id="rId27" Type="http://schemas.openxmlformats.org/officeDocument/2006/relationships/image" Target="../media/image26.png"/><Relationship Id="rId30" Type="http://schemas.openxmlformats.org/officeDocument/2006/relationships/customXml" Target="../ink/ink72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81.xml"/><Relationship Id="rId56" Type="http://schemas.openxmlformats.org/officeDocument/2006/relationships/customXml" Target="../ink/ink85.xml"/><Relationship Id="rId64" Type="http://schemas.openxmlformats.org/officeDocument/2006/relationships/customXml" Target="../ink/ink89.xml"/><Relationship Id="rId69" Type="http://schemas.openxmlformats.org/officeDocument/2006/relationships/image" Target="../media/image55.png"/><Relationship Id="rId8" Type="http://schemas.openxmlformats.org/officeDocument/2006/relationships/customXml" Target="../ink/ink61.xml"/><Relationship Id="rId51" Type="http://schemas.openxmlformats.org/officeDocument/2006/relationships/image" Target="../media/image38.png"/><Relationship Id="rId72" Type="http://schemas.openxmlformats.org/officeDocument/2006/relationships/customXml" Target="../ink/ink93.xml"/><Relationship Id="rId3" Type="http://schemas.openxmlformats.org/officeDocument/2006/relationships/image" Target="../media/image2.png"/><Relationship Id="rId12" Type="http://schemas.openxmlformats.org/officeDocument/2006/relationships/customXml" Target="../ink/ink63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76.xml"/><Relationship Id="rId46" Type="http://schemas.openxmlformats.org/officeDocument/2006/relationships/customXml" Target="../ink/ink80.xml"/><Relationship Id="rId59" Type="http://schemas.openxmlformats.org/officeDocument/2006/relationships/image" Target="../media/image50.png"/><Relationship Id="rId67" Type="http://schemas.openxmlformats.org/officeDocument/2006/relationships/image" Target="../media/image54.png"/><Relationship Id="rId20" Type="http://schemas.openxmlformats.org/officeDocument/2006/relationships/customXml" Target="../ink/ink67.xml"/><Relationship Id="rId41" Type="http://schemas.openxmlformats.org/officeDocument/2006/relationships/image" Target="../media/image33.png"/><Relationship Id="rId54" Type="http://schemas.openxmlformats.org/officeDocument/2006/relationships/customXml" Target="../ink/ink84.xml"/><Relationship Id="rId62" Type="http://schemas.openxmlformats.org/officeDocument/2006/relationships/customXml" Target="../ink/ink88.xml"/><Relationship Id="rId70" Type="http://schemas.openxmlformats.org/officeDocument/2006/relationships/customXml" Target="../ink/ink92.xml"/><Relationship Id="rId75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71.xml"/><Relationship Id="rId36" Type="http://schemas.openxmlformats.org/officeDocument/2006/relationships/customXml" Target="../ink/ink75.xml"/><Relationship Id="rId49" Type="http://schemas.openxmlformats.org/officeDocument/2006/relationships/image" Target="../media/image37.png"/><Relationship Id="rId57" Type="http://schemas.openxmlformats.org/officeDocument/2006/relationships/image" Target="../media/image49.png"/><Relationship Id="rId10" Type="http://schemas.openxmlformats.org/officeDocument/2006/relationships/customXml" Target="../ink/ink62.xml"/><Relationship Id="rId31" Type="http://schemas.openxmlformats.org/officeDocument/2006/relationships/image" Target="../media/image28.png"/><Relationship Id="rId44" Type="http://schemas.openxmlformats.org/officeDocument/2006/relationships/customXml" Target="../ink/ink79.xml"/><Relationship Id="rId52" Type="http://schemas.openxmlformats.org/officeDocument/2006/relationships/customXml" Target="../ink/ink83.xml"/><Relationship Id="rId60" Type="http://schemas.openxmlformats.org/officeDocument/2006/relationships/customXml" Target="../ink/ink87.xml"/><Relationship Id="rId65" Type="http://schemas.openxmlformats.org/officeDocument/2006/relationships/image" Target="../media/image53.png"/><Relationship Id="rId73" Type="http://schemas.openxmlformats.org/officeDocument/2006/relationships/image" Target="../media/image57.png"/><Relationship Id="rId4" Type="http://schemas.openxmlformats.org/officeDocument/2006/relationships/customXml" Target="../ink/ink59.xml"/><Relationship Id="rId9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customXml" Target="../ink/ink66.xml"/><Relationship Id="rId39" Type="http://schemas.openxmlformats.org/officeDocument/2006/relationships/image" Target="../media/image32.png"/><Relationship Id="rId34" Type="http://schemas.openxmlformats.org/officeDocument/2006/relationships/customXml" Target="../ink/ink74.xml"/><Relationship Id="rId50" Type="http://schemas.openxmlformats.org/officeDocument/2006/relationships/customXml" Target="../ink/ink82.xml"/><Relationship Id="rId55" Type="http://schemas.openxmlformats.org/officeDocument/2006/relationships/image" Target="../media/image48.png"/><Relationship Id="rId7" Type="http://schemas.openxmlformats.org/officeDocument/2006/relationships/image" Target="../media/image16.png"/><Relationship Id="rId71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customXml" Target="../ink/ink100.xml"/><Relationship Id="rId18" Type="http://schemas.openxmlformats.org/officeDocument/2006/relationships/image" Target="../media/image68.png"/><Relationship Id="rId26" Type="http://schemas.openxmlformats.org/officeDocument/2006/relationships/image" Target="../media/image72.png"/><Relationship Id="rId3" Type="http://schemas.openxmlformats.org/officeDocument/2006/relationships/customXml" Target="../ink/ink95.xml"/><Relationship Id="rId21" Type="http://schemas.openxmlformats.org/officeDocument/2006/relationships/customXml" Target="../ink/ink104.xml"/><Relationship Id="rId7" Type="http://schemas.openxmlformats.org/officeDocument/2006/relationships/customXml" Target="../ink/ink97.xml"/><Relationship Id="rId12" Type="http://schemas.openxmlformats.org/officeDocument/2006/relationships/image" Target="../media/image65.png"/><Relationship Id="rId17" Type="http://schemas.openxmlformats.org/officeDocument/2006/relationships/customXml" Target="../ink/ink102.xml"/><Relationship Id="rId25" Type="http://schemas.openxmlformats.org/officeDocument/2006/relationships/customXml" Target="../ink/ink106.xml"/><Relationship Id="rId2" Type="http://schemas.openxmlformats.org/officeDocument/2006/relationships/image" Target="../media/image60.png"/><Relationship Id="rId16" Type="http://schemas.openxmlformats.org/officeDocument/2006/relationships/image" Target="../media/image67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2.png"/><Relationship Id="rId11" Type="http://schemas.openxmlformats.org/officeDocument/2006/relationships/customXml" Target="../ink/ink99.xml"/><Relationship Id="rId24" Type="http://schemas.openxmlformats.org/officeDocument/2006/relationships/image" Target="../media/image71.png"/><Relationship Id="rId5" Type="http://schemas.openxmlformats.org/officeDocument/2006/relationships/customXml" Target="../ink/ink96.xml"/><Relationship Id="rId15" Type="http://schemas.openxmlformats.org/officeDocument/2006/relationships/customXml" Target="../ink/ink101.xml"/><Relationship Id="rId23" Type="http://schemas.openxmlformats.org/officeDocument/2006/relationships/customXml" Target="../ink/ink105.xml"/><Relationship Id="rId10" Type="http://schemas.openxmlformats.org/officeDocument/2006/relationships/image" Target="../media/image64.png"/><Relationship Id="rId19" Type="http://schemas.openxmlformats.org/officeDocument/2006/relationships/customXml" Target="../ink/ink103.xml"/><Relationship Id="rId4" Type="http://schemas.openxmlformats.org/officeDocument/2006/relationships/image" Target="../media/image61.png"/><Relationship Id="rId9" Type="http://schemas.openxmlformats.org/officeDocument/2006/relationships/customXml" Target="../ink/ink98.xml"/><Relationship Id="rId14" Type="http://schemas.openxmlformats.org/officeDocument/2006/relationships/image" Target="../media/image66.png"/><Relationship Id="rId22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jp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E82B5420-23BE-67EC-A1DE-0E5CEB50B0C1}"/>
              </a:ext>
            </a:extLst>
          </p:cNvPr>
          <p:cNvSpPr txBox="1">
            <a:spLocks/>
          </p:cNvSpPr>
          <p:nvPr/>
        </p:nvSpPr>
        <p:spPr>
          <a:xfrm>
            <a:off x="753600" y="1509688"/>
            <a:ext cx="10820400" cy="4587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4000" spc="-10" dirty="0"/>
              <a:t>Week 11 Recitation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40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z="3200" spc="-10" dirty="0"/>
              <a:t>Sequential Circuit 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endParaRPr lang="en-US" sz="3200" spc="-10" dirty="0"/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Rifat Bin Rashid 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spc="-10" dirty="0">
                <a:solidFill>
                  <a:srgbClr val="006FC0"/>
                </a:solidFill>
                <a:latin typeface="Georgia"/>
                <a:cs typeface="Georgia"/>
              </a:rPr>
              <a:t>Teaching Assistant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1041400" algn="l"/>
              </a:tabLst>
            </a:pP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Dept.</a:t>
            </a:r>
            <a:r>
              <a:rPr lang="en-US" spc="-3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of</a:t>
            </a:r>
            <a:r>
              <a:rPr lang="en-US" spc="-40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dirty="0">
                <a:solidFill>
                  <a:srgbClr val="006FC0"/>
                </a:solidFill>
                <a:latin typeface="Georgia"/>
                <a:cs typeface="Georgia"/>
              </a:rPr>
              <a:t>ECE,</a:t>
            </a:r>
            <a:r>
              <a:rPr lang="en-US" spc="-65" dirty="0">
                <a:solidFill>
                  <a:srgbClr val="006FC0"/>
                </a:solidFill>
                <a:latin typeface="Georgia"/>
                <a:cs typeface="Georgia"/>
              </a:rPr>
              <a:t> </a:t>
            </a:r>
            <a:r>
              <a:rPr lang="en-US" spc="-20" dirty="0">
                <a:solidFill>
                  <a:srgbClr val="006FC0"/>
                </a:solidFill>
                <a:latin typeface="Georgia"/>
                <a:cs typeface="Georgia"/>
              </a:rPr>
              <a:t>Rutgers University</a:t>
            </a:r>
            <a:endParaRPr lang="en-US" dirty="0">
              <a:latin typeface="Georgia"/>
              <a:cs typeface="Georgia"/>
            </a:endParaRPr>
          </a:p>
          <a:p>
            <a:pPr marL="1597660" marR="1589405" indent="783590">
              <a:lnSpc>
                <a:spcPct val="124600"/>
              </a:lnSpc>
            </a:pPr>
            <a:endParaRPr lang="en-US" spc="-10" dirty="0">
              <a:solidFill>
                <a:srgbClr val="006FC0"/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732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2FFD88-6402-E579-A28E-5E7B337C89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270443"/>
              </p:ext>
            </p:extLst>
          </p:nvPr>
        </p:nvGraphicFramePr>
        <p:xfrm>
          <a:off x="4752057" y="1069358"/>
          <a:ext cx="7259920" cy="5628808"/>
        </p:xfrm>
        <a:graphic>
          <a:graphicData uri="http://schemas.openxmlformats.org/drawingml/2006/table">
            <a:tbl>
              <a:tblPr/>
              <a:tblGrid>
                <a:gridCol w="4454496">
                  <a:extLst>
                    <a:ext uri="{9D8B030D-6E8A-4147-A177-3AD203B41FA5}">
                      <a16:colId xmlns:a16="http://schemas.microsoft.com/office/drawing/2014/main" val="1896612229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482816524"/>
                    </a:ext>
                  </a:extLst>
                </a:gridCol>
                <a:gridCol w="331825">
                  <a:extLst>
                    <a:ext uri="{9D8B030D-6E8A-4147-A177-3AD203B41FA5}">
                      <a16:colId xmlns:a16="http://schemas.microsoft.com/office/drawing/2014/main" val="3431645343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428251378"/>
                    </a:ext>
                  </a:extLst>
                </a:gridCol>
                <a:gridCol w="372045">
                  <a:extLst>
                    <a:ext uri="{9D8B030D-6E8A-4147-A177-3AD203B41FA5}">
                      <a16:colId xmlns:a16="http://schemas.microsoft.com/office/drawing/2014/main" val="1313659036"/>
                    </a:ext>
                  </a:extLst>
                </a:gridCol>
                <a:gridCol w="361991">
                  <a:extLst>
                    <a:ext uri="{9D8B030D-6E8A-4147-A177-3AD203B41FA5}">
                      <a16:colId xmlns:a16="http://schemas.microsoft.com/office/drawing/2014/main" val="3993707384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137447934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30790039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1107487408"/>
                    </a:ext>
                  </a:extLst>
                </a:gridCol>
              </a:tblGrid>
              <a:tr h="256757">
                <a:tc rowSpan="9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48460" marR="48460" marT="48460" marB="484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58828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5647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89831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9814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1336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588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62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6727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751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C3A353A-0409-6B62-F961-D03B16C55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3" y="-119007"/>
            <a:ext cx="1092688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 points) Examine the following schematic. Label each AND gate with the term it computes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(ex. Q1’Q0X’) Then fill in the equation of each variable.  Then complete the truth table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D1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D0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____________________________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3A5D4C-6BEF-96A2-0F8C-2CCF188D9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275" y="1225025"/>
            <a:ext cx="3904261" cy="531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39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76DBA-AD6B-B545-9186-6EDDDE92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3EFBFF-9BB1-FD72-076E-4D10207492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52057" y="1069358"/>
          <a:ext cx="7259920" cy="5628808"/>
        </p:xfrm>
        <a:graphic>
          <a:graphicData uri="http://schemas.openxmlformats.org/drawingml/2006/table">
            <a:tbl>
              <a:tblPr/>
              <a:tblGrid>
                <a:gridCol w="4454496">
                  <a:extLst>
                    <a:ext uri="{9D8B030D-6E8A-4147-A177-3AD203B41FA5}">
                      <a16:colId xmlns:a16="http://schemas.microsoft.com/office/drawing/2014/main" val="1896612229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482816524"/>
                    </a:ext>
                  </a:extLst>
                </a:gridCol>
                <a:gridCol w="331825">
                  <a:extLst>
                    <a:ext uri="{9D8B030D-6E8A-4147-A177-3AD203B41FA5}">
                      <a16:colId xmlns:a16="http://schemas.microsoft.com/office/drawing/2014/main" val="3431645343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428251378"/>
                    </a:ext>
                  </a:extLst>
                </a:gridCol>
                <a:gridCol w="372045">
                  <a:extLst>
                    <a:ext uri="{9D8B030D-6E8A-4147-A177-3AD203B41FA5}">
                      <a16:colId xmlns:a16="http://schemas.microsoft.com/office/drawing/2014/main" val="1313659036"/>
                    </a:ext>
                  </a:extLst>
                </a:gridCol>
                <a:gridCol w="361991">
                  <a:extLst>
                    <a:ext uri="{9D8B030D-6E8A-4147-A177-3AD203B41FA5}">
                      <a16:colId xmlns:a16="http://schemas.microsoft.com/office/drawing/2014/main" val="3993707384"/>
                    </a:ext>
                  </a:extLst>
                </a:gridCol>
                <a:gridCol w="341879">
                  <a:extLst>
                    <a:ext uri="{9D8B030D-6E8A-4147-A177-3AD203B41FA5}">
                      <a16:colId xmlns:a16="http://schemas.microsoft.com/office/drawing/2014/main" val="137447934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3307900395"/>
                    </a:ext>
                  </a:extLst>
                </a:gridCol>
                <a:gridCol w="351935">
                  <a:extLst>
                    <a:ext uri="{9D8B030D-6E8A-4147-A177-3AD203B41FA5}">
                      <a16:colId xmlns:a16="http://schemas.microsoft.com/office/drawing/2014/main" val="1107487408"/>
                    </a:ext>
                  </a:extLst>
                </a:gridCol>
              </a:tblGrid>
              <a:tr h="256757">
                <a:tc rowSpan="9"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48460" marR="48460" marT="48460" marB="484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r>
                        <a:rPr lang="en-US" sz="14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058828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25647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89831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9814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1336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588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629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6727"/>
                  </a:ext>
                </a:extLst>
              </a:tr>
              <a:tr h="6648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140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dirty="0">
                          <a:effectLst/>
                        </a:rPr>
                      </a:br>
                      <a:endParaRPr lang="en-US" sz="1400" dirty="0">
                        <a:effectLst/>
                      </a:endParaRPr>
                    </a:p>
                  </a:txBody>
                  <a:tcPr marL="48460" marR="48460" marT="48460" marB="484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751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F89D198-57E3-DF26-920E-72E912E3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3" y="-119007"/>
            <a:ext cx="10926889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(20 points) Examine the following schematic. Label each AND gate with the term it computes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(ex. Q1’Q0X’) Then fill in the equation of each variable.  Then complete the truth table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D1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D0 = 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 = ____________________________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 = ____________________________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219DFA-1933-CBBE-69F5-8598D3DE6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275" y="1225025"/>
            <a:ext cx="3904261" cy="531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D59162-2755-0B8A-6156-DC0EFCFC5CC7}"/>
                  </a:ext>
                </a:extLst>
              </p14:cNvPr>
              <p14:cNvContentPartPr/>
              <p14:nvPr/>
            </p14:nvContentPartPr>
            <p14:xfrm>
              <a:off x="3424002" y="4289188"/>
              <a:ext cx="5400" cy="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D59162-2755-0B8A-6156-DC0EFCFC5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7882" y="4283068"/>
                <a:ext cx="1764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908D16B-8225-632F-B19C-693238AFB1D6}"/>
              </a:ext>
            </a:extLst>
          </p:cNvPr>
          <p:cNvGrpSpPr/>
          <p:nvPr/>
        </p:nvGrpSpPr>
        <p:grpSpPr>
          <a:xfrm>
            <a:off x="6289401" y="4337040"/>
            <a:ext cx="113400" cy="144360"/>
            <a:chOff x="6289401" y="4337040"/>
            <a:chExt cx="11340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01BDA85-DE1B-2343-6654-E0C9D88A64EC}"/>
                    </a:ext>
                  </a:extLst>
                </p14:cNvPr>
                <p14:cNvContentPartPr/>
                <p14:nvPr/>
              </p14:nvContentPartPr>
              <p14:xfrm>
                <a:off x="6289401" y="4337040"/>
                <a:ext cx="64080" cy="11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01BDA85-DE1B-2343-6654-E0C9D88A64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83281" y="4330920"/>
                  <a:ext cx="76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DF9F3B-4C93-5A1C-20E4-862C81738FF3}"/>
                    </a:ext>
                  </a:extLst>
                </p14:cNvPr>
                <p14:cNvContentPartPr/>
                <p14:nvPr/>
              </p14:nvContentPartPr>
              <p14:xfrm>
                <a:off x="6394881" y="4391760"/>
                <a:ext cx="7920" cy="78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DF9F3B-4C93-5A1C-20E4-862C81738F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8761" y="4385640"/>
                  <a:ext cx="20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34489D-A7FC-807F-C255-ED507986DD26}"/>
                    </a:ext>
                  </a:extLst>
                </p14:cNvPr>
                <p14:cNvContentPartPr/>
                <p14:nvPr/>
              </p14:nvContentPartPr>
              <p14:xfrm>
                <a:off x="6364281" y="4419120"/>
                <a:ext cx="4320" cy="62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34489D-A7FC-807F-C255-ED507986DD2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58161" y="4413000"/>
                  <a:ext cx="1656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67F4C19-0D53-9908-8A40-F05A7334D390}"/>
                  </a:ext>
                </a:extLst>
              </p14:cNvPr>
              <p14:cNvContentPartPr/>
              <p14:nvPr/>
            </p14:nvContentPartPr>
            <p14:xfrm>
              <a:off x="6302361" y="4662480"/>
              <a:ext cx="103320" cy="69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67F4C19-0D53-9908-8A40-F05A7334D3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96241" y="4656360"/>
                <a:ext cx="11556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A4099B5-05FA-FFD3-4112-CF620AE73D16}"/>
              </a:ext>
            </a:extLst>
          </p:cNvPr>
          <p:cNvGrpSpPr/>
          <p:nvPr/>
        </p:nvGrpSpPr>
        <p:grpSpPr>
          <a:xfrm>
            <a:off x="6929121" y="4725120"/>
            <a:ext cx="362160" cy="187560"/>
            <a:chOff x="6929121" y="4725120"/>
            <a:chExt cx="36216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3DBEB2-0705-30CE-A7A1-E363B4005676}"/>
                    </a:ext>
                  </a:extLst>
                </p14:cNvPr>
                <p14:cNvContentPartPr/>
                <p14:nvPr/>
              </p14:nvContentPartPr>
              <p14:xfrm>
                <a:off x="6929121" y="4725120"/>
                <a:ext cx="82080" cy="142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3DBEB2-0705-30CE-A7A1-E363B40056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23001" y="4719000"/>
                  <a:ext cx="94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13F711-F5F7-AE5C-7F51-E26F41BF277A}"/>
                    </a:ext>
                  </a:extLst>
                </p14:cNvPr>
                <p14:cNvContentPartPr/>
                <p14:nvPr/>
              </p14:nvContentPartPr>
              <p14:xfrm>
                <a:off x="7064481" y="4786680"/>
                <a:ext cx="11880" cy="126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13F711-F5F7-AE5C-7F51-E26F41BF27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58361" y="4780560"/>
                  <a:ext cx="24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856F948-2019-7E0D-D8F5-41EA44E59B90}"/>
                    </a:ext>
                  </a:extLst>
                </p14:cNvPr>
                <p14:cNvContentPartPr/>
                <p14:nvPr/>
              </p14:nvContentPartPr>
              <p14:xfrm>
                <a:off x="7126761" y="4749600"/>
                <a:ext cx="164520" cy="127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856F948-2019-7E0D-D8F5-41EA44E59B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0641" y="4743480"/>
                  <a:ext cx="1767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C1BE00-D3A7-68E3-075E-FCC34AF72813}"/>
              </a:ext>
            </a:extLst>
          </p:cNvPr>
          <p:cNvGrpSpPr/>
          <p:nvPr/>
        </p:nvGrpSpPr>
        <p:grpSpPr>
          <a:xfrm>
            <a:off x="6912201" y="3861840"/>
            <a:ext cx="410760" cy="195480"/>
            <a:chOff x="6912201" y="3861840"/>
            <a:chExt cx="41076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786EDE-7827-AD99-0C19-490D55A54A73}"/>
                    </a:ext>
                  </a:extLst>
                </p14:cNvPr>
                <p14:cNvContentPartPr/>
                <p14:nvPr/>
              </p14:nvContentPartPr>
              <p14:xfrm>
                <a:off x="6929481" y="3888120"/>
                <a:ext cx="84240" cy="146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786EDE-7827-AD99-0C19-490D55A54A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3361" y="3882000"/>
                  <a:ext cx="96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FAF6B95-8581-435C-745E-A032E3458117}"/>
                    </a:ext>
                  </a:extLst>
                </p14:cNvPr>
                <p14:cNvContentPartPr/>
                <p14:nvPr/>
              </p14:nvContentPartPr>
              <p14:xfrm>
                <a:off x="7040721" y="3959040"/>
                <a:ext cx="30600" cy="98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FAF6B95-8581-435C-745E-A032E34581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34601" y="3952920"/>
                  <a:ext cx="42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17F223-8C77-DAF3-F9A6-AFB9770AEF11}"/>
                    </a:ext>
                  </a:extLst>
                </p14:cNvPr>
                <p14:cNvContentPartPr/>
                <p14:nvPr/>
              </p14:nvContentPartPr>
              <p14:xfrm>
                <a:off x="6912201" y="3861840"/>
                <a:ext cx="166320" cy="9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17F223-8C77-DAF3-F9A6-AFB9770AEF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06081" y="3855720"/>
                  <a:ext cx="178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F6EA06-8B15-6246-AEF8-9FB5C79990E9}"/>
                    </a:ext>
                  </a:extLst>
                </p14:cNvPr>
                <p14:cNvContentPartPr/>
                <p14:nvPr/>
              </p14:nvContentPartPr>
              <p14:xfrm>
                <a:off x="7163121" y="3866160"/>
                <a:ext cx="102600" cy="13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F6EA06-8B15-6246-AEF8-9FB5C79990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7001" y="3860040"/>
                  <a:ext cx="114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CD5E1B5-3D85-356A-8CA1-B7E5D2AFFF3C}"/>
                    </a:ext>
                  </a:extLst>
                </p14:cNvPr>
                <p14:cNvContentPartPr/>
                <p14:nvPr/>
              </p14:nvContentPartPr>
              <p14:xfrm>
                <a:off x="7286961" y="3944640"/>
                <a:ext cx="36000" cy="6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CD5E1B5-3D85-356A-8CA1-B7E5D2AFFF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80841" y="3938520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11EB68-50ED-B7FA-D6F2-32EA43E137E4}"/>
              </a:ext>
            </a:extLst>
          </p:cNvPr>
          <p:cNvGrpSpPr/>
          <p:nvPr/>
        </p:nvGrpSpPr>
        <p:grpSpPr>
          <a:xfrm>
            <a:off x="1271003" y="3659713"/>
            <a:ext cx="238680" cy="142560"/>
            <a:chOff x="1271003" y="3659713"/>
            <a:chExt cx="2386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9F03C0-8E73-EA6C-B89C-39F941ED4202}"/>
                    </a:ext>
                  </a:extLst>
                </p14:cNvPr>
                <p14:cNvContentPartPr/>
                <p14:nvPr/>
              </p14:nvContentPartPr>
              <p14:xfrm>
                <a:off x="1271003" y="3659713"/>
                <a:ext cx="200520" cy="36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9F03C0-8E73-EA6C-B89C-39F941ED42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64883" y="3653593"/>
                  <a:ext cx="21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B98581-38AE-7AED-4CAF-B416E3E4B521}"/>
                    </a:ext>
                  </a:extLst>
                </p14:cNvPr>
                <p14:cNvContentPartPr/>
                <p14:nvPr/>
              </p14:nvContentPartPr>
              <p14:xfrm>
                <a:off x="1368203" y="3765913"/>
                <a:ext cx="14760" cy="12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B98581-38AE-7AED-4CAF-B416E3E4B5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62083" y="3759793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07AEAEC-BF88-1509-552E-3F2FB1E44627}"/>
                    </a:ext>
                  </a:extLst>
                </p14:cNvPr>
                <p14:cNvContentPartPr/>
                <p14:nvPr/>
              </p14:nvContentPartPr>
              <p14:xfrm>
                <a:off x="1303043" y="3796513"/>
                <a:ext cx="206640" cy="5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07AEAEC-BF88-1509-552E-3F2FB1E446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96923" y="3790393"/>
                  <a:ext cx="21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89E277-00E5-EC50-72CA-E9A02EB7FD85}"/>
              </a:ext>
            </a:extLst>
          </p:cNvPr>
          <p:cNvGrpSpPr/>
          <p:nvPr/>
        </p:nvGrpSpPr>
        <p:grpSpPr>
          <a:xfrm>
            <a:off x="637403" y="3488353"/>
            <a:ext cx="373680" cy="668520"/>
            <a:chOff x="637403" y="3488353"/>
            <a:chExt cx="373680" cy="66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9D3F0A-EC72-4DE6-DC04-E788FFAC96F2}"/>
                    </a:ext>
                  </a:extLst>
                </p14:cNvPr>
                <p14:cNvContentPartPr/>
                <p14:nvPr/>
              </p14:nvContentPartPr>
              <p14:xfrm>
                <a:off x="646043" y="3496273"/>
                <a:ext cx="14040" cy="457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9D3F0A-EC72-4DE6-DC04-E788FFAC96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9923" y="3490153"/>
                  <a:ext cx="26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6DD3FE-8C25-EEF5-EF66-7EDACEF97A8F}"/>
                    </a:ext>
                  </a:extLst>
                </p14:cNvPr>
                <p14:cNvContentPartPr/>
                <p14:nvPr/>
              </p14:nvContentPartPr>
              <p14:xfrm>
                <a:off x="637403" y="3488353"/>
                <a:ext cx="324720" cy="54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6DD3FE-8C25-EEF5-EF66-7EDACEF97A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1283" y="3482233"/>
                  <a:ext cx="3369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2DA1AC-3F23-6C94-4767-9D6943BD2EDD}"/>
                    </a:ext>
                  </a:extLst>
                </p14:cNvPr>
                <p14:cNvContentPartPr/>
                <p14:nvPr/>
              </p14:nvContentPartPr>
              <p14:xfrm>
                <a:off x="923243" y="3952753"/>
                <a:ext cx="87840" cy="204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2DA1AC-3F23-6C94-4767-9D6943BD2E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7123" y="3946633"/>
                  <a:ext cx="100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AA9BAA-E06E-AD44-CB41-E70102E3B034}"/>
                    </a:ext>
                  </a:extLst>
                </p14:cNvPr>
                <p14:cNvContentPartPr/>
                <p14:nvPr/>
              </p14:nvContentPartPr>
              <p14:xfrm>
                <a:off x="641363" y="3920353"/>
                <a:ext cx="95760" cy="132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AA9BAA-E06E-AD44-CB41-E70102E3B0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5243" y="3914233"/>
                  <a:ext cx="1080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A4653FF-2270-145E-609C-DF74F004927A}"/>
              </a:ext>
            </a:extLst>
          </p:cNvPr>
          <p:cNvGrpSpPr/>
          <p:nvPr/>
        </p:nvGrpSpPr>
        <p:grpSpPr>
          <a:xfrm>
            <a:off x="1700483" y="3427153"/>
            <a:ext cx="1247760" cy="543600"/>
            <a:chOff x="1700483" y="3427153"/>
            <a:chExt cx="124776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C6FD8C-318E-8FEA-8ECE-FA9CB34E7D43}"/>
                    </a:ext>
                  </a:extLst>
                </p14:cNvPr>
                <p14:cNvContentPartPr/>
                <p14:nvPr/>
              </p14:nvContentPartPr>
              <p14:xfrm>
                <a:off x="1712723" y="3536593"/>
                <a:ext cx="232200" cy="317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C6FD8C-318E-8FEA-8ECE-FA9CB34E7D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06603" y="3530473"/>
                  <a:ext cx="24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E39E7F-E375-4D72-D0CF-6E520D87E6CC}"/>
                    </a:ext>
                  </a:extLst>
                </p14:cNvPr>
                <p14:cNvContentPartPr/>
                <p14:nvPr/>
              </p14:nvContentPartPr>
              <p14:xfrm>
                <a:off x="2031683" y="3746473"/>
                <a:ext cx="26280" cy="219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E39E7F-E375-4D72-D0CF-6E520D87E6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25563" y="3740353"/>
                  <a:ext cx="38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15141B-5A83-F90B-9594-1617E8BB2E98}"/>
                    </a:ext>
                  </a:extLst>
                </p14:cNvPr>
                <p14:cNvContentPartPr/>
                <p14:nvPr/>
              </p14:nvContentPartPr>
              <p14:xfrm>
                <a:off x="1700483" y="3427153"/>
                <a:ext cx="333720" cy="64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15141B-5A83-F90B-9594-1617E8BB2E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4363" y="3421033"/>
                  <a:ext cx="345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48961C-117C-B94F-EDB9-FA49400C113D}"/>
                    </a:ext>
                  </a:extLst>
                </p14:cNvPr>
                <p14:cNvContentPartPr/>
                <p14:nvPr/>
              </p14:nvContentPartPr>
              <p14:xfrm>
                <a:off x="2191523" y="3518233"/>
                <a:ext cx="226440" cy="385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48961C-117C-B94F-EDB9-FA49400C11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85403" y="3512113"/>
                  <a:ext cx="238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93921A-3A31-F9D4-DC80-A60163B33E73}"/>
                    </a:ext>
                  </a:extLst>
                </p14:cNvPr>
                <p14:cNvContentPartPr/>
                <p14:nvPr/>
              </p14:nvContentPartPr>
              <p14:xfrm>
                <a:off x="2448203" y="3775993"/>
                <a:ext cx="116280" cy="194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93921A-3A31-F9D4-DC80-A60163B33E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42083" y="3769873"/>
                  <a:ext cx="12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03F700-72AD-6300-4B98-EA59D8501113}"/>
                    </a:ext>
                  </a:extLst>
                </p14:cNvPr>
                <p14:cNvContentPartPr/>
                <p14:nvPr/>
              </p14:nvContentPartPr>
              <p14:xfrm>
                <a:off x="2722163" y="3685633"/>
                <a:ext cx="226080" cy="1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03F700-72AD-6300-4B98-EA59D85011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16043" y="3679513"/>
                  <a:ext cx="238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02E22F-BCD3-7339-4DD0-A21482D868B3}"/>
                    </a:ext>
                  </a:extLst>
                </p14:cNvPr>
                <p14:cNvContentPartPr/>
                <p14:nvPr/>
              </p14:nvContentPartPr>
              <p14:xfrm>
                <a:off x="2858603" y="3576193"/>
                <a:ext cx="11160" cy="28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02E22F-BCD3-7339-4DD0-A21482D86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52483" y="3570073"/>
                  <a:ext cx="234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0B3941E-07E3-03A5-2D33-ED3DC1755448}"/>
              </a:ext>
            </a:extLst>
          </p:cNvPr>
          <p:cNvGrpSpPr/>
          <p:nvPr/>
        </p:nvGrpSpPr>
        <p:grpSpPr>
          <a:xfrm>
            <a:off x="3204203" y="3578353"/>
            <a:ext cx="915480" cy="478080"/>
            <a:chOff x="3204203" y="3578353"/>
            <a:chExt cx="91548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A596A-3F54-E113-F34B-74B179D8FA84}"/>
                    </a:ext>
                  </a:extLst>
                </p14:cNvPr>
                <p14:cNvContentPartPr/>
                <p14:nvPr/>
              </p14:nvContentPartPr>
              <p14:xfrm>
                <a:off x="3204203" y="3578353"/>
                <a:ext cx="300240" cy="369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A596A-3F54-E113-F34B-74B179D8FA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98083" y="3572233"/>
                  <a:ext cx="3124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A5ACF6-B911-9976-9BA0-46E152C9B862}"/>
                    </a:ext>
                  </a:extLst>
                </p14:cNvPr>
                <p14:cNvContentPartPr/>
                <p14:nvPr/>
              </p14:nvContentPartPr>
              <p14:xfrm>
                <a:off x="3613883" y="3837193"/>
                <a:ext cx="35640" cy="219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A5ACF6-B911-9976-9BA0-46E152C9B8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07763" y="3831073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03E7625-C7D0-8330-59E0-2540BEB50F72}"/>
                    </a:ext>
                  </a:extLst>
                </p14:cNvPr>
                <p14:cNvContentPartPr/>
                <p14:nvPr/>
              </p14:nvContentPartPr>
              <p14:xfrm>
                <a:off x="3665363" y="3645313"/>
                <a:ext cx="454320" cy="289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03E7625-C7D0-8330-59E0-2540BEB50F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59243" y="3639193"/>
                  <a:ext cx="4665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8E644DD9-3A5D-C4AB-E631-208CDE7E85C2}"/>
              </a:ext>
            </a:extLst>
          </p:cNvPr>
          <p:cNvGrpSpPr/>
          <p:nvPr/>
        </p:nvGrpSpPr>
        <p:grpSpPr>
          <a:xfrm>
            <a:off x="676716" y="4884327"/>
            <a:ext cx="552960" cy="666720"/>
            <a:chOff x="676716" y="4884327"/>
            <a:chExt cx="552960" cy="6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F380843-2B3E-7A47-842B-A694ECB828E9}"/>
                    </a:ext>
                  </a:extLst>
                </p14:cNvPr>
                <p14:cNvContentPartPr/>
                <p14:nvPr/>
              </p14:nvContentPartPr>
              <p14:xfrm>
                <a:off x="704796" y="4884327"/>
                <a:ext cx="24120" cy="445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F380843-2B3E-7A47-842B-A694ECB828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8676" y="4878207"/>
                  <a:ext cx="363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15D313-D85C-F79D-EB0E-82746FF38905}"/>
                    </a:ext>
                  </a:extLst>
                </p14:cNvPr>
                <p14:cNvContentPartPr/>
                <p14:nvPr/>
              </p14:nvContentPartPr>
              <p14:xfrm>
                <a:off x="676716" y="4900527"/>
                <a:ext cx="277560" cy="47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15D313-D85C-F79D-EB0E-82746FF3890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0596" y="4894407"/>
                  <a:ext cx="2898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451759-EB47-5A68-FA50-3C22D8ECDCD0}"/>
                    </a:ext>
                  </a:extLst>
                </p14:cNvPr>
                <p14:cNvContentPartPr/>
                <p14:nvPr/>
              </p14:nvContentPartPr>
              <p14:xfrm>
                <a:off x="1097916" y="5261607"/>
                <a:ext cx="9000" cy="223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451759-EB47-5A68-FA50-3C22D8ECDC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1796" y="5255487"/>
                  <a:ext cx="2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B27324-D825-0FA5-589A-DA55E33DCA25}"/>
                    </a:ext>
                  </a:extLst>
                </p14:cNvPr>
                <p14:cNvContentPartPr/>
                <p14:nvPr/>
              </p14:nvContentPartPr>
              <p14:xfrm>
                <a:off x="954636" y="5310207"/>
                <a:ext cx="136800" cy="157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B27324-D825-0FA5-589A-DA55E33DCA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8516" y="5304087"/>
                  <a:ext cx="149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CE00BD-98EA-CE63-830E-A8A4D0EE03DC}"/>
                    </a:ext>
                  </a:extLst>
                </p14:cNvPr>
                <p14:cNvContentPartPr/>
                <p14:nvPr/>
              </p14:nvContentPartPr>
              <p14:xfrm>
                <a:off x="997116" y="5477967"/>
                <a:ext cx="232560" cy="73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CE00BD-98EA-CE63-830E-A8A4D0EE03D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0996" y="5471847"/>
                  <a:ext cx="244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B6E31BFB-8EDD-8921-878E-34146B1A595C}"/>
              </a:ext>
            </a:extLst>
          </p:cNvPr>
          <p:cNvGrpSpPr/>
          <p:nvPr/>
        </p:nvGrpSpPr>
        <p:grpSpPr>
          <a:xfrm>
            <a:off x="1447476" y="5081607"/>
            <a:ext cx="308880" cy="114480"/>
            <a:chOff x="1447476" y="5081607"/>
            <a:chExt cx="30888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456E9BF-5F41-D461-49C7-949DCE484DC6}"/>
                    </a:ext>
                  </a:extLst>
                </p14:cNvPr>
                <p14:cNvContentPartPr/>
                <p14:nvPr/>
              </p14:nvContentPartPr>
              <p14:xfrm>
                <a:off x="1447476" y="5081607"/>
                <a:ext cx="181080" cy="1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56E9BF-5F41-D461-49C7-949DCE484DC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41356" y="5075487"/>
                  <a:ext cx="193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AE99ED-910B-2E7B-0291-4EE4371D9E9C}"/>
                    </a:ext>
                  </a:extLst>
                </p14:cNvPr>
                <p14:cNvContentPartPr/>
                <p14:nvPr/>
              </p14:nvContentPartPr>
              <p14:xfrm>
                <a:off x="1489956" y="5164407"/>
                <a:ext cx="266400" cy="31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AE99ED-910B-2E7B-0291-4EE4371D9E9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83836" y="5158287"/>
                  <a:ext cx="2786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4BB9796F-2A2D-4E7D-CF3F-CCAC8459EAE0}"/>
              </a:ext>
            </a:extLst>
          </p:cNvPr>
          <p:cNvGrpSpPr/>
          <p:nvPr/>
        </p:nvGrpSpPr>
        <p:grpSpPr>
          <a:xfrm>
            <a:off x="6956524" y="5760985"/>
            <a:ext cx="389520" cy="178560"/>
            <a:chOff x="6956524" y="5760985"/>
            <a:chExt cx="38952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E260CA6E-44FD-7830-064F-64769D184A6B}"/>
                    </a:ext>
                  </a:extLst>
                </p14:cNvPr>
                <p14:cNvContentPartPr/>
                <p14:nvPr/>
              </p14:nvContentPartPr>
              <p14:xfrm>
                <a:off x="6956524" y="5760985"/>
                <a:ext cx="85320" cy="164880"/>
              </p14:xfrm>
            </p:contentPart>
          </mc:Choice>
          <mc:Fallback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E260CA6E-44FD-7830-064F-64769D184A6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50404" y="5754865"/>
                  <a:ext cx="97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3158CB1B-3566-CF2C-C75D-3ECECE644519}"/>
                    </a:ext>
                  </a:extLst>
                </p14:cNvPr>
                <p14:cNvContentPartPr/>
                <p14:nvPr/>
              </p14:nvContentPartPr>
              <p14:xfrm>
                <a:off x="7086844" y="5858185"/>
                <a:ext cx="34920" cy="81360"/>
              </p14:xfrm>
            </p:contentPart>
          </mc:Choice>
          <mc:Fallback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3158CB1B-3566-CF2C-C75D-3ECECE6445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0724" y="5852065"/>
                  <a:ext cx="4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6B1ABBA8-7495-A830-B71E-58D40BD1C8CB}"/>
                    </a:ext>
                  </a:extLst>
                </p14:cNvPr>
                <p14:cNvContentPartPr/>
                <p14:nvPr/>
              </p14:nvContentPartPr>
              <p14:xfrm>
                <a:off x="7136524" y="5784025"/>
                <a:ext cx="209520" cy="136440"/>
              </p14:xfrm>
            </p:contentPart>
          </mc:Choice>
          <mc:Fallback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6B1ABBA8-7495-A830-B71E-58D40BD1C8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30404" y="5777905"/>
                  <a:ext cx="2217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01849004-98BF-E7C8-2C1D-D3A4936B14C2}"/>
              </a:ext>
            </a:extLst>
          </p:cNvPr>
          <p:cNvGrpSpPr/>
          <p:nvPr/>
        </p:nvGrpSpPr>
        <p:grpSpPr>
          <a:xfrm>
            <a:off x="7056604" y="4975465"/>
            <a:ext cx="498960" cy="222840"/>
            <a:chOff x="7056604" y="4975465"/>
            <a:chExt cx="49896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6D0A27A0-4646-BAFE-ADAA-0F5DC15F7C12}"/>
                    </a:ext>
                  </a:extLst>
                </p14:cNvPr>
                <p14:cNvContentPartPr/>
                <p14:nvPr/>
              </p14:nvContentPartPr>
              <p14:xfrm>
                <a:off x="7082524" y="5039545"/>
                <a:ext cx="91080" cy="158760"/>
              </p14:xfrm>
            </p:contentPart>
          </mc:Choice>
          <mc:Fallback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6D0A27A0-4646-BAFE-ADAA-0F5DC15F7C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76404" y="5033425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8778FD32-0C8E-D375-EE5B-4DF07C1B6871}"/>
                    </a:ext>
                  </a:extLst>
                </p14:cNvPr>
                <p14:cNvContentPartPr/>
                <p14:nvPr/>
              </p14:nvContentPartPr>
              <p14:xfrm>
                <a:off x="7200964" y="5112985"/>
                <a:ext cx="40680" cy="59760"/>
              </p14:xfrm>
            </p:contentPart>
          </mc:Choice>
          <mc:Fallback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8778FD32-0C8E-D375-EE5B-4DF07C1B68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94844" y="5106865"/>
                  <a:ext cx="529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577E72FB-6A33-2C48-911C-BEF26E185366}"/>
                    </a:ext>
                  </a:extLst>
                </p14:cNvPr>
                <p14:cNvContentPartPr/>
                <p14:nvPr/>
              </p14:nvContentPartPr>
              <p14:xfrm>
                <a:off x="7056604" y="5008225"/>
                <a:ext cx="129600" cy="34200"/>
              </p14:xfrm>
            </p:contentPart>
          </mc:Choice>
          <mc:Fallback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577E72FB-6A33-2C48-911C-BEF26E1853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50484" y="5002105"/>
                  <a:ext cx="1418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9CE0163F-3D7A-4A37-EE3A-4C725C4D9B3C}"/>
                    </a:ext>
                  </a:extLst>
                </p14:cNvPr>
                <p14:cNvContentPartPr/>
                <p14:nvPr/>
              </p14:nvContentPartPr>
              <p14:xfrm>
                <a:off x="7314364" y="5029105"/>
                <a:ext cx="202680" cy="70560"/>
              </p14:xfrm>
            </p:contentPart>
          </mc:Choice>
          <mc:Fallback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9CE0163F-3D7A-4A37-EE3A-4C725C4D9B3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08244" y="5022985"/>
                  <a:ext cx="214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3817D778-1C51-FAE9-FE0E-31FCA86A8E15}"/>
                    </a:ext>
                  </a:extLst>
                </p14:cNvPr>
                <p14:cNvContentPartPr/>
                <p14:nvPr/>
              </p14:nvContentPartPr>
              <p14:xfrm>
                <a:off x="7317604" y="4975465"/>
                <a:ext cx="237960" cy="48600"/>
              </p14:xfrm>
            </p:contentPart>
          </mc:Choice>
          <mc:Fallback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3817D778-1C51-FAE9-FE0E-31FCA86A8E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11484" y="4969345"/>
                  <a:ext cx="2502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E8BA5689-C1F7-061F-6542-7074DC39722C}"/>
              </a:ext>
            </a:extLst>
          </p:cNvPr>
          <p:cNvGrpSpPr/>
          <p:nvPr/>
        </p:nvGrpSpPr>
        <p:grpSpPr>
          <a:xfrm>
            <a:off x="1956910" y="4889217"/>
            <a:ext cx="823320" cy="502560"/>
            <a:chOff x="1956910" y="4889217"/>
            <a:chExt cx="82332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5BD95EA6-63E9-58FF-7B3C-CE48E20A26BE}"/>
                    </a:ext>
                  </a:extLst>
                </p14:cNvPr>
                <p14:cNvContentPartPr/>
                <p14:nvPr/>
              </p14:nvContentPartPr>
              <p14:xfrm>
                <a:off x="2143390" y="4899657"/>
                <a:ext cx="12240" cy="6120"/>
              </p14:xfrm>
            </p:contentPart>
          </mc:Choice>
          <mc:Fallback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5BD95EA6-63E9-58FF-7B3C-CE48E20A26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37270" y="4893537"/>
                  <a:ext cx="2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D6C0C31B-34D4-7571-8979-FC97B70F83D0}"/>
                    </a:ext>
                  </a:extLst>
                </p14:cNvPr>
                <p14:cNvContentPartPr/>
                <p14:nvPr/>
              </p14:nvContentPartPr>
              <p14:xfrm>
                <a:off x="1984270" y="4959777"/>
                <a:ext cx="315000" cy="432000"/>
              </p14:xfrm>
            </p:contentPart>
          </mc:Choice>
          <mc:Fallback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D6C0C31B-34D4-7571-8979-FC97B70F83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78150" y="4953657"/>
                  <a:ext cx="3272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AD96676F-3F9D-BA0B-6D0C-93E6C4E1476C}"/>
                    </a:ext>
                  </a:extLst>
                </p14:cNvPr>
                <p14:cNvContentPartPr/>
                <p14:nvPr/>
              </p14:nvContentPartPr>
              <p14:xfrm>
                <a:off x="2378110" y="5216097"/>
                <a:ext cx="64080" cy="142920"/>
              </p14:xfrm>
            </p:contentPart>
          </mc:Choice>
          <mc:Fallback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AD96676F-3F9D-BA0B-6D0C-93E6C4E1476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71990" y="5209977"/>
                  <a:ext cx="76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8318CC39-CDD6-8D23-337D-71EB442F25B2}"/>
                    </a:ext>
                  </a:extLst>
                </p14:cNvPr>
                <p14:cNvContentPartPr/>
                <p14:nvPr/>
              </p14:nvContentPartPr>
              <p14:xfrm>
                <a:off x="2059150" y="4917657"/>
                <a:ext cx="157320" cy="41400"/>
              </p14:xfrm>
            </p:contentPart>
          </mc:Choice>
          <mc:Fallback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8318CC39-CDD6-8D23-337D-71EB442F25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53030" y="4911537"/>
                  <a:ext cx="169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0E8115D8-F0CA-7DEC-F62D-97BE6767E1B2}"/>
                    </a:ext>
                  </a:extLst>
                </p14:cNvPr>
                <p14:cNvContentPartPr/>
                <p14:nvPr/>
              </p14:nvContentPartPr>
              <p14:xfrm>
                <a:off x="2457310" y="4999017"/>
                <a:ext cx="322920" cy="191520"/>
              </p14:xfrm>
            </p:contentPart>
          </mc:Choice>
          <mc:Fallback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0E8115D8-F0CA-7DEC-F62D-97BE6767E1B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1190" y="4992897"/>
                  <a:ext cx="33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BB82F716-2ACA-9AFF-3404-BD31C36CDF7B}"/>
                    </a:ext>
                  </a:extLst>
                </p14:cNvPr>
                <p14:cNvContentPartPr/>
                <p14:nvPr/>
              </p14:nvContentPartPr>
              <p14:xfrm>
                <a:off x="2413390" y="4889217"/>
                <a:ext cx="246240" cy="45360"/>
              </p14:xfrm>
            </p:contentPart>
          </mc:Choice>
          <mc:Fallback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BB82F716-2ACA-9AFF-3404-BD31C36CDF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07270" y="4883097"/>
                  <a:ext cx="258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E7B82A38-18B2-BB73-186E-38E7FA5C02E8}"/>
                    </a:ext>
                  </a:extLst>
                </p14:cNvPr>
                <p14:cNvContentPartPr/>
                <p14:nvPr/>
              </p14:nvContentPartPr>
              <p14:xfrm>
                <a:off x="1956910" y="4900737"/>
                <a:ext cx="280440" cy="38880"/>
              </p14:xfrm>
            </p:contentPart>
          </mc:Choice>
          <mc:Fallback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E7B82A38-18B2-BB73-186E-38E7FA5C02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50790" y="4894617"/>
                  <a:ext cx="2926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82DF5196-352F-5541-5D2B-AB13156D468F}"/>
              </a:ext>
            </a:extLst>
          </p:cNvPr>
          <p:cNvGrpSpPr/>
          <p:nvPr/>
        </p:nvGrpSpPr>
        <p:grpSpPr>
          <a:xfrm>
            <a:off x="3163630" y="4960857"/>
            <a:ext cx="1302480" cy="432000"/>
            <a:chOff x="3163630" y="4960857"/>
            <a:chExt cx="130248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73A4BEEB-A642-A9F5-8926-9EEFEC1B0D60}"/>
                    </a:ext>
                  </a:extLst>
                </p14:cNvPr>
                <p14:cNvContentPartPr/>
                <p14:nvPr/>
              </p14:nvContentPartPr>
              <p14:xfrm>
                <a:off x="3163630" y="5072817"/>
                <a:ext cx="257040" cy="28080"/>
              </p14:xfrm>
            </p:contentPart>
          </mc:Choice>
          <mc:Fallback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73A4BEEB-A642-A9F5-8926-9EEFEC1B0D6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57510" y="5066697"/>
                  <a:ext cx="26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4C6DD4BB-E5B8-707E-2601-A53A413046DE}"/>
                    </a:ext>
                  </a:extLst>
                </p14:cNvPr>
                <p14:cNvContentPartPr/>
                <p14:nvPr/>
              </p14:nvContentPartPr>
              <p14:xfrm>
                <a:off x="3208630" y="4960857"/>
                <a:ext cx="25920" cy="297720"/>
              </p14:xfrm>
            </p:contentPart>
          </mc:Choice>
          <mc:Fallback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4C6DD4BB-E5B8-707E-2601-A53A413046D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02510" y="4954737"/>
                  <a:ext cx="38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23ADAA5F-E9C0-404D-BF79-A5302FB5746E}"/>
                    </a:ext>
                  </a:extLst>
                </p14:cNvPr>
                <p14:cNvContentPartPr/>
                <p14:nvPr/>
              </p14:nvContentPartPr>
              <p14:xfrm>
                <a:off x="3538390" y="4964457"/>
                <a:ext cx="224280" cy="366120"/>
              </p14:xfrm>
            </p:contentPart>
          </mc:Choice>
          <mc:Fallback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23ADAA5F-E9C0-404D-BF79-A5302FB5746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32270" y="4958337"/>
                  <a:ext cx="236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A3960FF4-ECE2-9866-751B-D01978979F92}"/>
                    </a:ext>
                  </a:extLst>
                </p14:cNvPr>
                <p14:cNvContentPartPr/>
                <p14:nvPr/>
              </p14:nvContentPartPr>
              <p14:xfrm>
                <a:off x="3831790" y="5224737"/>
                <a:ext cx="102240" cy="168120"/>
              </p14:xfrm>
            </p:contentPart>
          </mc:Choice>
          <mc:Fallback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A3960FF4-ECE2-9866-751B-D01978979F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25670" y="5218617"/>
                  <a:ext cx="114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EAA40BA2-8714-D9D5-C07F-BA9EAF67B202}"/>
                    </a:ext>
                  </a:extLst>
                </p14:cNvPr>
                <p14:cNvContentPartPr/>
                <p14:nvPr/>
              </p14:nvContentPartPr>
              <p14:xfrm>
                <a:off x="3984070" y="4981017"/>
                <a:ext cx="482040" cy="268920"/>
              </p14:xfrm>
            </p:contentPart>
          </mc:Choice>
          <mc:Fallback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EAA40BA2-8714-D9D5-C07F-BA9EAF67B20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77950" y="4974897"/>
                  <a:ext cx="49428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962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C8B1E2-ACFD-DDCB-1A0A-504A15EAB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388256"/>
              </p:ext>
            </p:extLst>
          </p:nvPr>
        </p:nvGraphicFramePr>
        <p:xfrm>
          <a:off x="1409502" y="3022620"/>
          <a:ext cx="8861075" cy="2811780"/>
        </p:xfrm>
        <a:graphic>
          <a:graphicData uri="http://schemas.openxmlformats.org/drawingml/2006/table">
            <a:tbl>
              <a:tblPr/>
              <a:tblGrid>
                <a:gridCol w="1263651">
                  <a:extLst>
                    <a:ext uri="{9D8B030D-6E8A-4147-A177-3AD203B41FA5}">
                      <a16:colId xmlns:a16="http://schemas.microsoft.com/office/drawing/2014/main" val="669499146"/>
                    </a:ext>
                  </a:extLst>
                </a:gridCol>
                <a:gridCol w="1998134">
                  <a:extLst>
                    <a:ext uri="{9D8B030D-6E8A-4147-A177-3AD203B41FA5}">
                      <a16:colId xmlns:a16="http://schemas.microsoft.com/office/drawing/2014/main" val="1344504956"/>
                    </a:ext>
                  </a:extLst>
                </a:gridCol>
                <a:gridCol w="2054860">
                  <a:extLst>
                    <a:ext uri="{9D8B030D-6E8A-4147-A177-3AD203B41FA5}">
                      <a16:colId xmlns:a16="http://schemas.microsoft.com/office/drawing/2014/main" val="1599541112"/>
                    </a:ext>
                  </a:extLst>
                </a:gridCol>
                <a:gridCol w="1772215">
                  <a:extLst>
                    <a:ext uri="{9D8B030D-6E8A-4147-A177-3AD203B41FA5}">
                      <a16:colId xmlns:a16="http://schemas.microsoft.com/office/drawing/2014/main" val="1082059522"/>
                    </a:ext>
                  </a:extLst>
                </a:gridCol>
                <a:gridCol w="1772215">
                  <a:extLst>
                    <a:ext uri="{9D8B030D-6E8A-4147-A177-3AD203B41FA5}">
                      <a16:colId xmlns:a16="http://schemas.microsoft.com/office/drawing/2014/main" val="182362184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X (Input)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Q1 (Current State)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Q0 (Current State)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D1 (Next Q1)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D0 (Next Q0)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4143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497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55614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4031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9250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2908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2154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532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7651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B0CA8F8-0C2E-A805-2C6D-E2855A8FE895}"/>
                  </a:ext>
                </a:extLst>
              </p14:cNvPr>
              <p14:cNvContentPartPr/>
              <p14:nvPr/>
            </p14:nvContentPartPr>
            <p14:xfrm>
              <a:off x="6315798" y="1342035"/>
              <a:ext cx="5400" cy="2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B0CA8F8-0C2E-A805-2C6D-E2855A8FE8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9678" y="1335915"/>
                <a:ext cx="17640" cy="1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951C65C-9407-2A0D-29BB-D9D87F64C5A8}"/>
              </a:ext>
            </a:extLst>
          </p:cNvPr>
          <p:cNvGrpSpPr/>
          <p:nvPr/>
        </p:nvGrpSpPr>
        <p:grpSpPr>
          <a:xfrm>
            <a:off x="4162799" y="712560"/>
            <a:ext cx="238680" cy="142560"/>
            <a:chOff x="1271003" y="3659713"/>
            <a:chExt cx="238680" cy="1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C1C73C-B2BC-FD98-03DC-16E1E92EA71E}"/>
                    </a:ext>
                  </a:extLst>
                </p14:cNvPr>
                <p14:cNvContentPartPr/>
                <p14:nvPr/>
              </p14:nvContentPartPr>
              <p14:xfrm>
                <a:off x="1271003" y="3659713"/>
                <a:ext cx="200520" cy="36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C1C73C-B2BC-FD98-03DC-16E1E92EA7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4883" y="3653593"/>
                  <a:ext cx="21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590371-8016-D611-BB72-80CE8D3F3A56}"/>
                    </a:ext>
                  </a:extLst>
                </p14:cNvPr>
                <p14:cNvContentPartPr/>
                <p14:nvPr/>
              </p14:nvContentPartPr>
              <p14:xfrm>
                <a:off x="1368203" y="3765913"/>
                <a:ext cx="14760" cy="12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590371-8016-D611-BB72-80CE8D3F3A5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2083" y="3759793"/>
                  <a:ext cx="27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35CEF9-1637-E671-32D2-F5328648D00F}"/>
                    </a:ext>
                  </a:extLst>
                </p14:cNvPr>
                <p14:cNvContentPartPr/>
                <p14:nvPr/>
              </p14:nvContentPartPr>
              <p14:xfrm>
                <a:off x="1303043" y="3796513"/>
                <a:ext cx="206640" cy="5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35CEF9-1637-E671-32D2-F5328648D0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6923" y="3790393"/>
                  <a:ext cx="21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B879C6-AF3B-175E-2FD7-7D147537CEE4}"/>
              </a:ext>
            </a:extLst>
          </p:cNvPr>
          <p:cNvGrpSpPr/>
          <p:nvPr/>
        </p:nvGrpSpPr>
        <p:grpSpPr>
          <a:xfrm>
            <a:off x="3529199" y="541200"/>
            <a:ext cx="373680" cy="668520"/>
            <a:chOff x="637403" y="3488353"/>
            <a:chExt cx="373680" cy="66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69D61B-CD7F-EBC5-8D74-40977D067E3C}"/>
                    </a:ext>
                  </a:extLst>
                </p14:cNvPr>
                <p14:cNvContentPartPr/>
                <p14:nvPr/>
              </p14:nvContentPartPr>
              <p14:xfrm>
                <a:off x="646043" y="3496273"/>
                <a:ext cx="14040" cy="457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69D61B-CD7F-EBC5-8D74-40977D067E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9923" y="3490153"/>
                  <a:ext cx="26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D027B7-67F0-6DAC-D87E-145FC75AE7A3}"/>
                    </a:ext>
                  </a:extLst>
                </p14:cNvPr>
                <p14:cNvContentPartPr/>
                <p14:nvPr/>
              </p14:nvContentPartPr>
              <p14:xfrm>
                <a:off x="637403" y="3488353"/>
                <a:ext cx="324720" cy="54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D027B7-67F0-6DAC-D87E-145FC75AE7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1283" y="3482233"/>
                  <a:ext cx="33696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17A4D8-B893-AA3A-F7C6-E934903DBA6F}"/>
                    </a:ext>
                  </a:extLst>
                </p14:cNvPr>
                <p14:cNvContentPartPr/>
                <p14:nvPr/>
              </p14:nvContentPartPr>
              <p14:xfrm>
                <a:off x="923243" y="3952753"/>
                <a:ext cx="87840" cy="20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17A4D8-B893-AA3A-F7C6-E934903DBA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7123" y="3946633"/>
                  <a:ext cx="100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9965CD-C041-B439-B505-7B61090CCCB3}"/>
                    </a:ext>
                  </a:extLst>
                </p14:cNvPr>
                <p14:cNvContentPartPr/>
                <p14:nvPr/>
              </p14:nvContentPartPr>
              <p14:xfrm>
                <a:off x="641363" y="3920353"/>
                <a:ext cx="95760" cy="132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9965CD-C041-B439-B505-7B61090CCC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5243" y="3914233"/>
                  <a:ext cx="1080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1C86A3-8F91-B868-C599-5484C300B3CA}"/>
              </a:ext>
            </a:extLst>
          </p:cNvPr>
          <p:cNvGrpSpPr/>
          <p:nvPr/>
        </p:nvGrpSpPr>
        <p:grpSpPr>
          <a:xfrm>
            <a:off x="4592279" y="480000"/>
            <a:ext cx="1247760" cy="543600"/>
            <a:chOff x="1700483" y="3427153"/>
            <a:chExt cx="1247760" cy="54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6AA8BC-0F45-7811-A992-94F892B4D09E}"/>
                    </a:ext>
                  </a:extLst>
                </p14:cNvPr>
                <p14:cNvContentPartPr/>
                <p14:nvPr/>
              </p14:nvContentPartPr>
              <p14:xfrm>
                <a:off x="1712723" y="3536593"/>
                <a:ext cx="232200" cy="317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6AA8BC-0F45-7811-A992-94F892B4D0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06603" y="3530473"/>
                  <a:ext cx="24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507FAD-0557-4DB7-43BE-C92785AAA469}"/>
                    </a:ext>
                  </a:extLst>
                </p14:cNvPr>
                <p14:cNvContentPartPr/>
                <p14:nvPr/>
              </p14:nvContentPartPr>
              <p14:xfrm>
                <a:off x="2031683" y="3746473"/>
                <a:ext cx="26280" cy="219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507FAD-0557-4DB7-43BE-C92785AAA4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5563" y="3740353"/>
                  <a:ext cx="38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D82EB6-3E7E-4F90-D894-64F893CF44D5}"/>
                    </a:ext>
                  </a:extLst>
                </p14:cNvPr>
                <p14:cNvContentPartPr/>
                <p14:nvPr/>
              </p14:nvContentPartPr>
              <p14:xfrm>
                <a:off x="1700483" y="3427153"/>
                <a:ext cx="333720" cy="6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D82EB6-3E7E-4F90-D894-64F893CF44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4363" y="3421033"/>
                  <a:ext cx="345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C67BA-C489-FA77-7DB0-2C10B499EDB3}"/>
                    </a:ext>
                  </a:extLst>
                </p14:cNvPr>
                <p14:cNvContentPartPr/>
                <p14:nvPr/>
              </p14:nvContentPartPr>
              <p14:xfrm>
                <a:off x="2191523" y="3518233"/>
                <a:ext cx="226440" cy="385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C67BA-C489-FA77-7DB0-2C10B499ED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85403" y="3512113"/>
                  <a:ext cx="238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B09F91-0218-8EBD-CD04-C96EC04F724A}"/>
                    </a:ext>
                  </a:extLst>
                </p14:cNvPr>
                <p14:cNvContentPartPr/>
                <p14:nvPr/>
              </p14:nvContentPartPr>
              <p14:xfrm>
                <a:off x="2448203" y="3775993"/>
                <a:ext cx="116280" cy="19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B09F91-0218-8EBD-CD04-C96EC04F72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2083" y="3769873"/>
                  <a:ext cx="12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538C1A-7BC9-33BC-CC57-A4D31786111C}"/>
                    </a:ext>
                  </a:extLst>
                </p14:cNvPr>
                <p14:cNvContentPartPr/>
                <p14:nvPr/>
              </p14:nvContentPartPr>
              <p14:xfrm>
                <a:off x="2722163" y="3685633"/>
                <a:ext cx="226080" cy="1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538C1A-7BC9-33BC-CC57-A4D3178611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16043" y="3679513"/>
                  <a:ext cx="238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8607F7-03C0-7722-E3AE-6FC204DF4AA0}"/>
                    </a:ext>
                  </a:extLst>
                </p14:cNvPr>
                <p14:cNvContentPartPr/>
                <p14:nvPr/>
              </p14:nvContentPartPr>
              <p14:xfrm>
                <a:off x="2858603" y="3576193"/>
                <a:ext cx="11160" cy="288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8607F7-03C0-7722-E3AE-6FC204DF4A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52483" y="3570073"/>
                  <a:ext cx="234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FE8019-3073-EFC9-0F6D-288B77EDD407}"/>
              </a:ext>
            </a:extLst>
          </p:cNvPr>
          <p:cNvGrpSpPr/>
          <p:nvPr/>
        </p:nvGrpSpPr>
        <p:grpSpPr>
          <a:xfrm>
            <a:off x="6095999" y="631200"/>
            <a:ext cx="915480" cy="478080"/>
            <a:chOff x="3204203" y="3578353"/>
            <a:chExt cx="91548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CCD2CF-6123-4753-6FC9-C9C76E2CC57D}"/>
                    </a:ext>
                  </a:extLst>
                </p14:cNvPr>
                <p14:cNvContentPartPr/>
                <p14:nvPr/>
              </p14:nvContentPartPr>
              <p14:xfrm>
                <a:off x="3204203" y="3578353"/>
                <a:ext cx="300240" cy="36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CCD2CF-6123-4753-6FC9-C9C76E2CC5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98083" y="3572233"/>
                  <a:ext cx="3124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8ED5F8-1385-4700-BBF7-D11E56FAA6C3}"/>
                    </a:ext>
                  </a:extLst>
                </p14:cNvPr>
                <p14:cNvContentPartPr/>
                <p14:nvPr/>
              </p14:nvContentPartPr>
              <p14:xfrm>
                <a:off x="3613883" y="3837193"/>
                <a:ext cx="35640" cy="219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8ED5F8-1385-4700-BBF7-D11E56FAA6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7763" y="3831073"/>
                  <a:ext cx="47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78BAE8-738E-FCC4-46E8-7FA97B143E7E}"/>
                    </a:ext>
                  </a:extLst>
                </p14:cNvPr>
                <p14:cNvContentPartPr/>
                <p14:nvPr/>
              </p14:nvContentPartPr>
              <p14:xfrm>
                <a:off x="3665363" y="3645313"/>
                <a:ext cx="454320" cy="289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78BAE8-738E-FCC4-46E8-7FA97B143E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59243" y="3639193"/>
                  <a:ext cx="4665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FBBF26-F6AF-D1C2-9142-250C8760A2B3}"/>
              </a:ext>
            </a:extLst>
          </p:cNvPr>
          <p:cNvGrpSpPr/>
          <p:nvPr/>
        </p:nvGrpSpPr>
        <p:grpSpPr>
          <a:xfrm>
            <a:off x="3568512" y="1937174"/>
            <a:ext cx="552960" cy="666720"/>
            <a:chOff x="676716" y="4884327"/>
            <a:chExt cx="552960" cy="66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A187BA-AEF6-76F8-AFE2-95A81268354B}"/>
                    </a:ext>
                  </a:extLst>
                </p14:cNvPr>
                <p14:cNvContentPartPr/>
                <p14:nvPr/>
              </p14:nvContentPartPr>
              <p14:xfrm>
                <a:off x="704796" y="4884327"/>
                <a:ext cx="24120" cy="445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A187BA-AEF6-76F8-AFE2-95A8126835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676" y="4878207"/>
                  <a:ext cx="363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628A3B-89C5-72A6-12FA-95B80F06862E}"/>
                    </a:ext>
                  </a:extLst>
                </p14:cNvPr>
                <p14:cNvContentPartPr/>
                <p14:nvPr/>
              </p14:nvContentPartPr>
              <p14:xfrm>
                <a:off x="676716" y="4900527"/>
                <a:ext cx="277560" cy="472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628A3B-89C5-72A6-12FA-95B80F0686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0596" y="4894407"/>
                  <a:ext cx="2898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833D60-0684-7931-6529-0228935B5E30}"/>
                    </a:ext>
                  </a:extLst>
                </p14:cNvPr>
                <p14:cNvContentPartPr/>
                <p14:nvPr/>
              </p14:nvContentPartPr>
              <p14:xfrm>
                <a:off x="1097916" y="5261607"/>
                <a:ext cx="9000" cy="223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833D60-0684-7931-6529-0228935B5E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1796" y="5255487"/>
                  <a:ext cx="2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65F490-1BEF-2A33-4F35-DB9A923BF793}"/>
                    </a:ext>
                  </a:extLst>
                </p14:cNvPr>
                <p14:cNvContentPartPr/>
                <p14:nvPr/>
              </p14:nvContentPartPr>
              <p14:xfrm>
                <a:off x="954636" y="5310207"/>
                <a:ext cx="136800" cy="157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65F490-1BEF-2A33-4F35-DB9A923BF79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8516" y="5304087"/>
                  <a:ext cx="1490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77C016-E414-0E26-DB0D-311A1CC61CEA}"/>
                    </a:ext>
                  </a:extLst>
                </p14:cNvPr>
                <p14:cNvContentPartPr/>
                <p14:nvPr/>
              </p14:nvContentPartPr>
              <p14:xfrm>
                <a:off x="997116" y="5477967"/>
                <a:ext cx="232560" cy="7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77C016-E414-0E26-DB0D-311A1CC61C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0996" y="5471847"/>
                  <a:ext cx="2448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1B6BA1-D58D-02E2-A82B-4C04E1558A12}"/>
              </a:ext>
            </a:extLst>
          </p:cNvPr>
          <p:cNvGrpSpPr/>
          <p:nvPr/>
        </p:nvGrpSpPr>
        <p:grpSpPr>
          <a:xfrm>
            <a:off x="4339272" y="2134454"/>
            <a:ext cx="308880" cy="114480"/>
            <a:chOff x="1447476" y="5081607"/>
            <a:chExt cx="308880" cy="11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7D6773-09C9-FFD4-A83E-C7F8E82B220B}"/>
                    </a:ext>
                  </a:extLst>
                </p14:cNvPr>
                <p14:cNvContentPartPr/>
                <p14:nvPr/>
              </p14:nvContentPartPr>
              <p14:xfrm>
                <a:off x="1447476" y="5081607"/>
                <a:ext cx="181080" cy="18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7D6773-09C9-FFD4-A83E-C7F8E82B22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41356" y="5075487"/>
                  <a:ext cx="193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3FDCDE-59F5-8A49-3376-3FB9951F3F9B}"/>
                    </a:ext>
                  </a:extLst>
                </p14:cNvPr>
                <p14:cNvContentPartPr/>
                <p14:nvPr/>
              </p14:nvContentPartPr>
              <p14:xfrm>
                <a:off x="1489956" y="5164407"/>
                <a:ext cx="266400" cy="31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3FDCDE-59F5-8A49-3376-3FB9951F3F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83836" y="5158287"/>
                  <a:ext cx="2786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040E2FC-106B-9D81-C028-F438F3216713}"/>
              </a:ext>
            </a:extLst>
          </p:cNvPr>
          <p:cNvGrpSpPr/>
          <p:nvPr/>
        </p:nvGrpSpPr>
        <p:grpSpPr>
          <a:xfrm>
            <a:off x="4848706" y="1942064"/>
            <a:ext cx="823320" cy="502560"/>
            <a:chOff x="1956910" y="4889217"/>
            <a:chExt cx="82332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C2EE89-F6DE-F1FB-80E9-1857D8F89960}"/>
                    </a:ext>
                  </a:extLst>
                </p14:cNvPr>
                <p14:cNvContentPartPr/>
                <p14:nvPr/>
              </p14:nvContentPartPr>
              <p14:xfrm>
                <a:off x="2143390" y="4899657"/>
                <a:ext cx="12240" cy="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C2EE89-F6DE-F1FB-80E9-1857D8F899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37270" y="4893537"/>
                  <a:ext cx="24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457B9D-2B79-6EC9-38D9-606A17823016}"/>
                    </a:ext>
                  </a:extLst>
                </p14:cNvPr>
                <p14:cNvContentPartPr/>
                <p14:nvPr/>
              </p14:nvContentPartPr>
              <p14:xfrm>
                <a:off x="1984270" y="4959777"/>
                <a:ext cx="315000" cy="432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457B9D-2B79-6EC9-38D9-606A178230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150" y="4953657"/>
                  <a:ext cx="3272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097A46-8926-B326-0BE6-92C4E0D8AFCC}"/>
                    </a:ext>
                  </a:extLst>
                </p14:cNvPr>
                <p14:cNvContentPartPr/>
                <p14:nvPr/>
              </p14:nvContentPartPr>
              <p14:xfrm>
                <a:off x="2378110" y="5216097"/>
                <a:ext cx="64080" cy="142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097A46-8926-B326-0BE6-92C4E0D8AFC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71990" y="5209977"/>
                  <a:ext cx="76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1A0F78-6A6B-82F1-6960-D2FA0AEA8F93}"/>
                    </a:ext>
                  </a:extLst>
                </p14:cNvPr>
                <p14:cNvContentPartPr/>
                <p14:nvPr/>
              </p14:nvContentPartPr>
              <p14:xfrm>
                <a:off x="2059150" y="4917657"/>
                <a:ext cx="157320" cy="4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1A0F78-6A6B-82F1-6960-D2FA0AEA8F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53030" y="4911537"/>
                  <a:ext cx="169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80BBE8-5B28-1C83-71BC-CBEE61E9F3EB}"/>
                    </a:ext>
                  </a:extLst>
                </p14:cNvPr>
                <p14:cNvContentPartPr/>
                <p14:nvPr/>
              </p14:nvContentPartPr>
              <p14:xfrm>
                <a:off x="2457310" y="4999017"/>
                <a:ext cx="322920" cy="19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80BBE8-5B28-1C83-71BC-CBEE61E9F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51190" y="4992897"/>
                  <a:ext cx="3351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F16198-DB2F-CF22-3DAB-9E1EA74F2F52}"/>
                    </a:ext>
                  </a:extLst>
                </p14:cNvPr>
                <p14:cNvContentPartPr/>
                <p14:nvPr/>
              </p14:nvContentPartPr>
              <p14:xfrm>
                <a:off x="2413390" y="4889217"/>
                <a:ext cx="246240" cy="45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F16198-DB2F-CF22-3DAB-9E1EA74F2F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07270" y="4883097"/>
                  <a:ext cx="258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243D8D-5A51-1CAC-BD8B-D9D5AEC899FB}"/>
                    </a:ext>
                  </a:extLst>
                </p14:cNvPr>
                <p14:cNvContentPartPr/>
                <p14:nvPr/>
              </p14:nvContentPartPr>
              <p14:xfrm>
                <a:off x="1956910" y="4900737"/>
                <a:ext cx="280440" cy="3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243D8D-5A51-1CAC-BD8B-D9D5AEC899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50790" y="4894617"/>
                  <a:ext cx="2926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73E22FB-6BC7-645F-5B68-CA3361D82348}"/>
              </a:ext>
            </a:extLst>
          </p:cNvPr>
          <p:cNvGrpSpPr/>
          <p:nvPr/>
        </p:nvGrpSpPr>
        <p:grpSpPr>
          <a:xfrm>
            <a:off x="6055426" y="2013704"/>
            <a:ext cx="1302480" cy="432000"/>
            <a:chOff x="3163630" y="4960857"/>
            <a:chExt cx="130248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9CA2B7-7011-3D8F-AD12-A1A050AA24CD}"/>
                    </a:ext>
                  </a:extLst>
                </p14:cNvPr>
                <p14:cNvContentPartPr/>
                <p14:nvPr/>
              </p14:nvContentPartPr>
              <p14:xfrm>
                <a:off x="3163630" y="5072817"/>
                <a:ext cx="257040" cy="28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9CA2B7-7011-3D8F-AD12-A1A050AA24C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57510" y="5066697"/>
                  <a:ext cx="26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10F08F3-ABD9-929E-1D98-D9EA2C53EE05}"/>
                    </a:ext>
                  </a:extLst>
                </p14:cNvPr>
                <p14:cNvContentPartPr/>
                <p14:nvPr/>
              </p14:nvContentPartPr>
              <p14:xfrm>
                <a:off x="3208630" y="4960857"/>
                <a:ext cx="25920" cy="297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10F08F3-ABD9-929E-1D98-D9EA2C53EE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2510" y="4954737"/>
                  <a:ext cx="38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BA960B-E5D2-754B-90CD-2151A7ED17E6}"/>
                    </a:ext>
                  </a:extLst>
                </p14:cNvPr>
                <p14:cNvContentPartPr/>
                <p14:nvPr/>
              </p14:nvContentPartPr>
              <p14:xfrm>
                <a:off x="3538390" y="4964457"/>
                <a:ext cx="224280" cy="36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BA960B-E5D2-754B-90CD-2151A7ED17E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32270" y="4958337"/>
                  <a:ext cx="236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6912258-FF54-37A2-8F99-709009B10759}"/>
                    </a:ext>
                  </a:extLst>
                </p14:cNvPr>
                <p14:cNvContentPartPr/>
                <p14:nvPr/>
              </p14:nvContentPartPr>
              <p14:xfrm>
                <a:off x="3831790" y="5224737"/>
                <a:ext cx="102240" cy="168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6912258-FF54-37A2-8F99-709009B107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25670" y="5218617"/>
                  <a:ext cx="114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506958-ED9C-C51F-72FC-97BC032EA3A9}"/>
                    </a:ext>
                  </a:extLst>
                </p14:cNvPr>
                <p14:cNvContentPartPr/>
                <p14:nvPr/>
              </p14:nvContentPartPr>
              <p14:xfrm>
                <a:off x="3984070" y="4981017"/>
                <a:ext cx="482040" cy="268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506958-ED9C-C51F-72FC-97BC032EA3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77950" y="4974897"/>
                  <a:ext cx="494280" cy="28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675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23ED-3894-57DD-EE1A-8C2A0C2BC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96" y="7771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(10 points) Complete the state machine based on the truth table above.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C1EAA-4818-B6E0-E27A-0C6ABF5CA992}"/>
              </a:ext>
            </a:extLst>
          </p:cNvPr>
          <p:cNvSpPr txBox="1"/>
          <p:nvPr/>
        </p:nvSpPr>
        <p:spPr>
          <a:xfrm>
            <a:off x="3048000" y="32473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AD0562-0BF3-6D5F-3613-CD13208F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453" y="1728710"/>
            <a:ext cx="5197094" cy="422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7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558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Memory</a:t>
            </a:r>
            <a:r>
              <a:rPr spc="-30" dirty="0"/>
              <a:t> </a:t>
            </a:r>
            <a:r>
              <a:rPr spc="-10" dirty="0"/>
              <a:t>Element</a:t>
            </a:r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9A9A28B4-3CF3-670E-BD57-6CBB690F4C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208" y="2286000"/>
            <a:ext cx="8139581" cy="2531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CB8A-5BE3-6235-1083-837238BA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AEC62BA-76DF-7F13-832C-AD712837F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5580">
              <a:lnSpc>
                <a:spcPct val="100000"/>
              </a:lnSpc>
              <a:spcBef>
                <a:spcPts val="100"/>
              </a:spcBef>
            </a:pPr>
            <a:r>
              <a:rPr dirty="0"/>
              <a:t>Simple Memory</a:t>
            </a:r>
            <a:r>
              <a:rPr spc="-30" dirty="0"/>
              <a:t> </a:t>
            </a:r>
            <a:r>
              <a:rPr spc="-10" dirty="0"/>
              <a:t>Element</a:t>
            </a:r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178CF3E7-D548-26D8-A954-13808FC64C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208" y="2286000"/>
            <a:ext cx="8139581" cy="25312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99D03B6-43FD-389E-94AB-D09063EDC59C}"/>
              </a:ext>
            </a:extLst>
          </p:cNvPr>
          <p:cNvGrpSpPr/>
          <p:nvPr/>
        </p:nvGrpSpPr>
        <p:grpSpPr>
          <a:xfrm>
            <a:off x="2797031" y="1556009"/>
            <a:ext cx="632160" cy="587520"/>
            <a:chOff x="2797031" y="1556009"/>
            <a:chExt cx="63216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8D1AA7-B09E-FCE4-C726-214FFAF2D047}"/>
                    </a:ext>
                  </a:extLst>
                </p14:cNvPr>
                <p14:cNvContentPartPr/>
                <p14:nvPr/>
              </p14:nvContentPartPr>
              <p14:xfrm>
                <a:off x="2917991" y="1556009"/>
                <a:ext cx="53640" cy="53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8D1AA7-B09E-FCE4-C726-214FFAF2D0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00351" y="1538009"/>
                  <a:ext cx="8928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075699-BCD4-6449-01A6-2317A303E788}"/>
                    </a:ext>
                  </a:extLst>
                </p14:cNvPr>
                <p14:cNvContentPartPr/>
                <p14:nvPr/>
              </p14:nvContentPartPr>
              <p14:xfrm>
                <a:off x="2797031" y="1571489"/>
                <a:ext cx="166680" cy="213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075699-BCD4-6449-01A6-2317A303E7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79031" y="1553849"/>
                  <a:ext cx="202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3AB551-E949-CDA0-6A3A-894319DE85B4}"/>
                    </a:ext>
                  </a:extLst>
                </p14:cNvPr>
                <p14:cNvContentPartPr/>
                <p14:nvPr/>
              </p14:nvContentPartPr>
              <p14:xfrm>
                <a:off x="2818271" y="2017889"/>
                <a:ext cx="610920" cy="12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3AB551-E949-CDA0-6A3A-894319DE85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00631" y="2000249"/>
                  <a:ext cx="64656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6FF0369-CD40-0997-F6E6-FC728EA51842}"/>
                  </a:ext>
                </a:extLst>
              </p14:cNvPr>
              <p14:cNvContentPartPr/>
              <p14:nvPr/>
            </p14:nvContentPartPr>
            <p14:xfrm>
              <a:off x="5670191" y="1483289"/>
              <a:ext cx="426960" cy="450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6FF0369-CD40-0997-F6E6-FC728EA518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52191" y="1465649"/>
                <a:ext cx="462600" cy="48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6873C4D-9226-5620-7660-3807E4085AB1}"/>
              </a:ext>
            </a:extLst>
          </p:cNvPr>
          <p:cNvGrpSpPr/>
          <p:nvPr/>
        </p:nvGrpSpPr>
        <p:grpSpPr>
          <a:xfrm>
            <a:off x="9232391" y="1502369"/>
            <a:ext cx="530280" cy="501840"/>
            <a:chOff x="9232391" y="1502369"/>
            <a:chExt cx="530280" cy="50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06510A-78AE-38D9-4253-2C4F778A478D}"/>
                    </a:ext>
                  </a:extLst>
                </p14:cNvPr>
                <p14:cNvContentPartPr/>
                <p14:nvPr/>
              </p14:nvContentPartPr>
              <p14:xfrm>
                <a:off x="9358391" y="1551689"/>
                <a:ext cx="71640" cy="38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06510A-78AE-38D9-4253-2C4F778A47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40751" y="1534049"/>
                  <a:ext cx="1072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4D908B-2940-3842-13DB-A02521329E16}"/>
                    </a:ext>
                  </a:extLst>
                </p14:cNvPr>
                <p14:cNvContentPartPr/>
                <p14:nvPr/>
              </p14:nvContentPartPr>
              <p14:xfrm>
                <a:off x="9252911" y="1502369"/>
                <a:ext cx="153360" cy="205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4D908B-2940-3842-13DB-A02521329E1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35271" y="1484729"/>
                  <a:ext cx="189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5F9B39-FA2C-299A-C44E-8F82825195DA}"/>
                    </a:ext>
                  </a:extLst>
                </p14:cNvPr>
                <p14:cNvContentPartPr/>
                <p14:nvPr/>
              </p14:nvContentPartPr>
              <p14:xfrm>
                <a:off x="9232391" y="1847969"/>
                <a:ext cx="530280" cy="156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5F9B39-FA2C-299A-C44E-8F82825195D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14391" y="1830329"/>
                  <a:ext cx="56592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FD778BF-9BA0-59E7-A04D-3BA869075B82}"/>
                  </a:ext>
                </a:extLst>
              </p14:cNvPr>
              <p14:cNvContentPartPr/>
              <p14:nvPr/>
            </p14:nvContentPartPr>
            <p14:xfrm>
              <a:off x="2984591" y="3511529"/>
              <a:ext cx="190440" cy="341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FD778BF-9BA0-59E7-A04D-3BA869075B8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66591" y="3493529"/>
                <a:ext cx="226080" cy="37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4C5EA6F-8E9D-3DE4-FDF4-011208E7CE35}"/>
              </a:ext>
            </a:extLst>
          </p:cNvPr>
          <p:cNvGrpSpPr/>
          <p:nvPr/>
        </p:nvGrpSpPr>
        <p:grpSpPr>
          <a:xfrm>
            <a:off x="5636351" y="3615209"/>
            <a:ext cx="382320" cy="397080"/>
            <a:chOff x="5636351" y="3615209"/>
            <a:chExt cx="38232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4F81E8-305F-59F8-69D1-653C77DAB161}"/>
                    </a:ext>
                  </a:extLst>
                </p14:cNvPr>
                <p14:cNvContentPartPr/>
                <p14:nvPr/>
              </p14:nvContentPartPr>
              <p14:xfrm>
                <a:off x="5789711" y="3615209"/>
                <a:ext cx="25920" cy="367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4F81E8-305F-59F8-69D1-653C77DAB1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71711" y="3597569"/>
                  <a:ext cx="615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6AB599-355D-17CB-0EDA-98322069E40C}"/>
                    </a:ext>
                  </a:extLst>
                </p14:cNvPr>
                <p14:cNvContentPartPr/>
                <p14:nvPr/>
              </p14:nvContentPartPr>
              <p14:xfrm>
                <a:off x="5636351" y="3656969"/>
                <a:ext cx="159480" cy="182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6AB599-355D-17CB-0EDA-98322069E4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18351" y="3639329"/>
                  <a:ext cx="195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B3AAAA-5B90-0637-25E1-A99016BE3032}"/>
                    </a:ext>
                  </a:extLst>
                </p14:cNvPr>
                <p14:cNvContentPartPr/>
                <p14:nvPr/>
              </p14:nvContentPartPr>
              <p14:xfrm>
                <a:off x="5661911" y="3896729"/>
                <a:ext cx="356760" cy="115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B3AAAA-5B90-0637-25E1-A99016BE30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43911" y="3879089"/>
                  <a:ext cx="39240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3F139F-E97C-9B7D-C994-4BA450DD79C6}"/>
                  </a:ext>
                </a:extLst>
              </p14:cNvPr>
              <p14:cNvContentPartPr/>
              <p14:nvPr/>
            </p14:nvContentPartPr>
            <p14:xfrm>
              <a:off x="9104231" y="3524129"/>
              <a:ext cx="326520" cy="417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3F139F-E97C-9B7D-C994-4BA450DD79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86591" y="3506129"/>
                <a:ext cx="362160" cy="4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126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8675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5" dirty="0"/>
              <a:t> </a:t>
            </a:r>
            <a:r>
              <a:rPr dirty="0"/>
              <a:t>Latch</a:t>
            </a:r>
            <a:r>
              <a:rPr spc="-1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NOR</a:t>
            </a:r>
            <a:r>
              <a:rPr spc="-15" dirty="0"/>
              <a:t> </a:t>
            </a:r>
            <a:r>
              <a:rPr spc="-10" dirty="0"/>
              <a:t>Gates</a:t>
            </a:r>
          </a:p>
        </p:txBody>
      </p:sp>
      <p:pic>
        <p:nvPicPr>
          <p:cNvPr id="61" name="object 17">
            <a:extLst>
              <a:ext uri="{FF2B5EF4-FFF2-40B4-BE49-F238E27FC236}">
                <a16:creationId xmlns:a16="http://schemas.microsoft.com/office/drawing/2014/main" id="{77065CCD-0E05-256D-E5EE-F2DF73A417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1828800"/>
            <a:ext cx="3630168" cy="2812418"/>
          </a:xfrm>
          <a:prstGeom prst="rect">
            <a:avLst/>
          </a:prstGeom>
        </p:spPr>
      </p:pic>
      <p:pic>
        <p:nvPicPr>
          <p:cNvPr id="62" name="object 4">
            <a:extLst>
              <a:ext uri="{FF2B5EF4-FFF2-40B4-BE49-F238E27FC236}">
                <a16:creationId xmlns:a16="http://schemas.microsoft.com/office/drawing/2014/main" id="{7D1EC484-DFAC-0A42-8BC4-1EF4F27614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1843087"/>
            <a:ext cx="4278394" cy="28124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0236" y="62910"/>
            <a:ext cx="11059109" cy="253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8675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5" dirty="0"/>
              <a:t> </a:t>
            </a:r>
            <a:r>
              <a:rPr dirty="0"/>
              <a:t>Latch</a:t>
            </a:r>
            <a:r>
              <a:rPr spc="-1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NOR</a:t>
            </a:r>
            <a:r>
              <a:rPr spc="-15" dirty="0"/>
              <a:t> </a:t>
            </a:r>
            <a:r>
              <a:rPr spc="-10" dirty="0"/>
              <a:t>Gates</a:t>
            </a:r>
          </a:p>
        </p:txBody>
      </p:sp>
      <p:pic>
        <p:nvPicPr>
          <p:cNvPr id="53" name="object 17">
            <a:extLst>
              <a:ext uri="{FF2B5EF4-FFF2-40B4-BE49-F238E27FC236}">
                <a16:creationId xmlns:a16="http://schemas.microsoft.com/office/drawing/2014/main" id="{1B993C93-343F-3AB3-68C1-F09E74E8BB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2544" y="1752600"/>
            <a:ext cx="7578456" cy="4114800"/>
          </a:xfrm>
          <a:prstGeom prst="rect">
            <a:avLst/>
          </a:prstGeom>
        </p:spPr>
      </p:pic>
      <p:pic>
        <p:nvPicPr>
          <p:cNvPr id="54" name="object 4">
            <a:extLst>
              <a:ext uri="{FF2B5EF4-FFF2-40B4-BE49-F238E27FC236}">
                <a16:creationId xmlns:a16="http://schemas.microsoft.com/office/drawing/2014/main" id="{623C731F-FC7F-2811-62AF-690FFFBCEC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4044315"/>
            <a:ext cx="2938511" cy="1931606"/>
          </a:xfrm>
          <a:prstGeom prst="rect">
            <a:avLst/>
          </a:prstGeom>
        </p:spPr>
      </p:pic>
      <p:pic>
        <p:nvPicPr>
          <p:cNvPr id="55" name="object 9">
            <a:extLst>
              <a:ext uri="{FF2B5EF4-FFF2-40B4-BE49-F238E27FC236}">
                <a16:creationId xmlns:a16="http://schemas.microsoft.com/office/drawing/2014/main" id="{053179DE-E35C-8FC3-F028-FCA014A7593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236" y="1375081"/>
            <a:ext cx="2548536" cy="2157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4490">
              <a:lnSpc>
                <a:spcPct val="100000"/>
              </a:lnSpc>
              <a:spcBef>
                <a:spcPts val="100"/>
              </a:spcBef>
            </a:pPr>
            <a:r>
              <a:rPr dirty="0"/>
              <a:t>Gated</a:t>
            </a:r>
            <a:r>
              <a:rPr spc="-60" dirty="0"/>
              <a:t> </a:t>
            </a:r>
            <a:r>
              <a:rPr dirty="0"/>
              <a:t>SR</a:t>
            </a:r>
            <a:r>
              <a:rPr spc="-55" dirty="0"/>
              <a:t> </a:t>
            </a:r>
            <a:r>
              <a:rPr spc="-10" dirty="0"/>
              <a:t>Latch</a:t>
            </a: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9980" y="4410455"/>
            <a:ext cx="2101596" cy="2182368"/>
          </a:xfrm>
          <a:prstGeom prst="rect">
            <a:avLst/>
          </a:prstGeom>
        </p:spPr>
      </p:pic>
      <p:pic>
        <p:nvPicPr>
          <p:cNvPr id="25" name="object 4">
            <a:extLst>
              <a:ext uri="{FF2B5EF4-FFF2-40B4-BE49-F238E27FC236}">
                <a16:creationId xmlns:a16="http://schemas.microsoft.com/office/drawing/2014/main" id="{585952BC-83FD-7FEA-26B4-4AFC7BE924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08" y="2130672"/>
            <a:ext cx="5096889" cy="2378636"/>
          </a:xfrm>
          <a:prstGeom prst="rect">
            <a:avLst/>
          </a:prstGeom>
        </p:spPr>
      </p:pic>
      <p:pic>
        <p:nvPicPr>
          <p:cNvPr id="26" name="object 13">
            <a:extLst>
              <a:ext uri="{FF2B5EF4-FFF2-40B4-BE49-F238E27FC236}">
                <a16:creationId xmlns:a16="http://schemas.microsoft.com/office/drawing/2014/main" id="{0C884282-4263-ACA4-5982-7C076C242B4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6903" y="1524000"/>
            <a:ext cx="3895344" cy="2688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4490">
              <a:lnSpc>
                <a:spcPct val="100000"/>
              </a:lnSpc>
              <a:spcBef>
                <a:spcPts val="100"/>
              </a:spcBef>
            </a:pPr>
            <a:r>
              <a:rPr dirty="0"/>
              <a:t>Gated</a:t>
            </a:r>
            <a:r>
              <a:rPr spc="-60" dirty="0"/>
              <a:t> </a:t>
            </a:r>
            <a:r>
              <a:rPr dirty="0"/>
              <a:t>SR</a:t>
            </a:r>
            <a:r>
              <a:rPr spc="-55" dirty="0"/>
              <a:t> </a:t>
            </a:r>
            <a:r>
              <a:rPr spc="-10" dirty="0"/>
              <a:t>Latch</a:t>
            </a:r>
          </a:p>
        </p:txBody>
      </p:sp>
      <p:pic>
        <p:nvPicPr>
          <p:cNvPr id="48" name="object 4">
            <a:extLst>
              <a:ext uri="{FF2B5EF4-FFF2-40B4-BE49-F238E27FC236}">
                <a16:creationId xmlns:a16="http://schemas.microsoft.com/office/drawing/2014/main" id="{B1406E3E-FD93-04AA-E768-FBE1F863E9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324" y="1461101"/>
            <a:ext cx="3537114" cy="1651340"/>
          </a:xfrm>
          <a:prstGeom prst="rect">
            <a:avLst/>
          </a:prstGeom>
        </p:spPr>
      </p:pic>
      <p:pic>
        <p:nvPicPr>
          <p:cNvPr id="49" name="object 9">
            <a:extLst>
              <a:ext uri="{FF2B5EF4-FFF2-40B4-BE49-F238E27FC236}">
                <a16:creationId xmlns:a16="http://schemas.microsoft.com/office/drawing/2014/main" id="{3ABD7A82-CEFE-3B8A-7C56-1D8762CD1A8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463" y="3933187"/>
            <a:ext cx="2928224" cy="2021682"/>
          </a:xfrm>
          <a:prstGeom prst="rect">
            <a:avLst/>
          </a:prstGeom>
        </p:spPr>
      </p:pic>
      <p:pic>
        <p:nvPicPr>
          <p:cNvPr id="51" name="object 17">
            <a:extLst>
              <a:ext uri="{FF2B5EF4-FFF2-40B4-BE49-F238E27FC236}">
                <a16:creationId xmlns:a16="http://schemas.microsoft.com/office/drawing/2014/main" id="{B88D33DB-894E-0F1B-31F0-B2C0E366418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6447" y="1461100"/>
            <a:ext cx="7087228" cy="46348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Gated</a:t>
            </a:r>
            <a:r>
              <a:rPr spc="-70" dirty="0"/>
              <a:t> </a:t>
            </a:r>
            <a:r>
              <a:rPr dirty="0"/>
              <a:t>SR</a:t>
            </a:r>
            <a:r>
              <a:rPr spc="-70" dirty="0"/>
              <a:t> </a:t>
            </a:r>
            <a:r>
              <a:rPr dirty="0"/>
              <a:t>Latch</a:t>
            </a:r>
            <a:r>
              <a:rPr spc="-70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NAND</a:t>
            </a:r>
            <a:r>
              <a:rPr spc="-50" dirty="0"/>
              <a:t> </a:t>
            </a:r>
            <a:r>
              <a:rPr spc="-20" dirty="0"/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00316" y="1609830"/>
            <a:ext cx="4257040" cy="2937510"/>
            <a:chOff x="7100316" y="1609830"/>
            <a:chExt cx="4257040" cy="2937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8916" y="1609830"/>
              <a:ext cx="4028281" cy="27769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0621" y="2237993"/>
              <a:ext cx="230799" cy="2914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3521" y="2195829"/>
              <a:ext cx="434594" cy="41579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5020" y="2700019"/>
              <a:ext cx="209676" cy="2616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15220" y="2735833"/>
              <a:ext cx="64134" cy="2313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57968" y="2722752"/>
              <a:ext cx="149859" cy="1713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25786" y="2686938"/>
              <a:ext cx="165735" cy="284480"/>
            </a:xfrm>
            <a:custGeom>
              <a:avLst/>
              <a:gdLst/>
              <a:ahLst/>
              <a:cxnLst/>
              <a:rect l="l" t="t" r="r" b="b"/>
              <a:pathLst>
                <a:path w="165734" h="284480">
                  <a:moveTo>
                    <a:pt x="24133" y="263796"/>
                  </a:moveTo>
                  <a:lnTo>
                    <a:pt x="2921" y="266700"/>
                  </a:lnTo>
                  <a:lnTo>
                    <a:pt x="0" y="270001"/>
                  </a:lnTo>
                  <a:lnTo>
                    <a:pt x="0" y="277875"/>
                  </a:lnTo>
                  <a:lnTo>
                    <a:pt x="3029" y="281432"/>
                  </a:lnTo>
                  <a:lnTo>
                    <a:pt x="3890" y="281432"/>
                  </a:lnTo>
                  <a:lnTo>
                    <a:pt x="24257" y="284099"/>
                  </a:lnTo>
                  <a:lnTo>
                    <a:pt x="26924" y="284099"/>
                  </a:lnTo>
                  <a:lnTo>
                    <a:pt x="46228" y="281432"/>
                  </a:lnTo>
                  <a:lnTo>
                    <a:pt x="48387" y="280924"/>
                  </a:lnTo>
                  <a:lnTo>
                    <a:pt x="69088" y="273938"/>
                  </a:lnTo>
                  <a:lnTo>
                    <a:pt x="71500" y="272796"/>
                  </a:lnTo>
                  <a:lnTo>
                    <a:pt x="85714" y="264160"/>
                  </a:lnTo>
                  <a:lnTo>
                    <a:pt x="22860" y="264160"/>
                  </a:lnTo>
                  <a:lnTo>
                    <a:pt x="24133" y="263796"/>
                  </a:lnTo>
                  <a:close/>
                </a:path>
                <a:path w="165734" h="284480">
                  <a:moveTo>
                    <a:pt x="40889" y="259008"/>
                  </a:moveTo>
                  <a:lnTo>
                    <a:pt x="24194" y="263796"/>
                  </a:lnTo>
                  <a:lnTo>
                    <a:pt x="22860" y="264160"/>
                  </a:lnTo>
                  <a:lnTo>
                    <a:pt x="85714" y="264160"/>
                  </a:lnTo>
                  <a:lnTo>
                    <a:pt x="91567" y="260603"/>
                  </a:lnTo>
                  <a:lnTo>
                    <a:pt x="92710" y="259969"/>
                  </a:lnTo>
                  <a:lnTo>
                    <a:pt x="93712" y="259207"/>
                  </a:lnTo>
                  <a:lnTo>
                    <a:pt x="40386" y="259207"/>
                  </a:lnTo>
                  <a:lnTo>
                    <a:pt x="40889" y="259008"/>
                  </a:lnTo>
                  <a:close/>
                </a:path>
                <a:path w="165734" h="284480">
                  <a:moveTo>
                    <a:pt x="94213" y="258825"/>
                  </a:moveTo>
                  <a:lnTo>
                    <a:pt x="41529" y="258825"/>
                  </a:lnTo>
                  <a:lnTo>
                    <a:pt x="40386" y="259207"/>
                  </a:lnTo>
                  <a:lnTo>
                    <a:pt x="93712" y="259207"/>
                  </a:lnTo>
                  <a:lnTo>
                    <a:pt x="94213" y="258825"/>
                  </a:lnTo>
                  <a:close/>
                </a:path>
                <a:path w="165734" h="284480">
                  <a:moveTo>
                    <a:pt x="59786" y="251568"/>
                  </a:moveTo>
                  <a:lnTo>
                    <a:pt x="40889" y="259008"/>
                  </a:lnTo>
                  <a:lnTo>
                    <a:pt x="41529" y="258825"/>
                  </a:lnTo>
                  <a:lnTo>
                    <a:pt x="94213" y="258825"/>
                  </a:lnTo>
                  <a:lnTo>
                    <a:pt x="103070" y="252095"/>
                  </a:lnTo>
                  <a:lnTo>
                    <a:pt x="58928" y="252095"/>
                  </a:lnTo>
                  <a:lnTo>
                    <a:pt x="59786" y="251568"/>
                  </a:lnTo>
                  <a:close/>
                </a:path>
                <a:path w="165734" h="284480">
                  <a:moveTo>
                    <a:pt x="60706" y="251206"/>
                  </a:moveTo>
                  <a:lnTo>
                    <a:pt x="59786" y="251568"/>
                  </a:lnTo>
                  <a:lnTo>
                    <a:pt x="58928" y="252095"/>
                  </a:lnTo>
                  <a:lnTo>
                    <a:pt x="60706" y="251206"/>
                  </a:lnTo>
                  <a:close/>
                </a:path>
                <a:path w="165734" h="284480">
                  <a:moveTo>
                    <a:pt x="104240" y="251206"/>
                  </a:moveTo>
                  <a:lnTo>
                    <a:pt x="60706" y="251206"/>
                  </a:lnTo>
                  <a:lnTo>
                    <a:pt x="58928" y="252095"/>
                  </a:lnTo>
                  <a:lnTo>
                    <a:pt x="103070" y="252095"/>
                  </a:lnTo>
                  <a:lnTo>
                    <a:pt x="104240" y="251206"/>
                  </a:lnTo>
                  <a:close/>
                </a:path>
                <a:path w="165734" h="284480">
                  <a:moveTo>
                    <a:pt x="78958" y="239797"/>
                  </a:moveTo>
                  <a:lnTo>
                    <a:pt x="59786" y="251568"/>
                  </a:lnTo>
                  <a:lnTo>
                    <a:pt x="60706" y="251206"/>
                  </a:lnTo>
                  <a:lnTo>
                    <a:pt x="104240" y="251206"/>
                  </a:lnTo>
                  <a:lnTo>
                    <a:pt x="111760" y="245490"/>
                  </a:lnTo>
                  <a:lnTo>
                    <a:pt x="113411" y="243966"/>
                  </a:lnTo>
                  <a:lnTo>
                    <a:pt x="116499" y="240537"/>
                  </a:lnTo>
                  <a:lnTo>
                    <a:pt x="77978" y="240537"/>
                  </a:lnTo>
                  <a:lnTo>
                    <a:pt x="78958" y="239797"/>
                  </a:lnTo>
                  <a:close/>
                </a:path>
                <a:path w="165734" h="284480">
                  <a:moveTo>
                    <a:pt x="95911" y="226998"/>
                  </a:moveTo>
                  <a:lnTo>
                    <a:pt x="77978" y="240537"/>
                  </a:lnTo>
                  <a:lnTo>
                    <a:pt x="116499" y="240537"/>
                  </a:lnTo>
                  <a:lnTo>
                    <a:pt x="128166" y="227584"/>
                  </a:lnTo>
                  <a:lnTo>
                    <a:pt x="95377" y="227584"/>
                  </a:lnTo>
                  <a:lnTo>
                    <a:pt x="95911" y="226998"/>
                  </a:lnTo>
                  <a:close/>
                </a:path>
                <a:path w="165734" h="284480">
                  <a:moveTo>
                    <a:pt x="97155" y="226060"/>
                  </a:moveTo>
                  <a:lnTo>
                    <a:pt x="95911" y="226998"/>
                  </a:lnTo>
                  <a:lnTo>
                    <a:pt x="95377" y="227584"/>
                  </a:lnTo>
                  <a:lnTo>
                    <a:pt x="97155" y="226060"/>
                  </a:lnTo>
                  <a:close/>
                </a:path>
                <a:path w="165734" h="284480">
                  <a:moveTo>
                    <a:pt x="129539" y="226060"/>
                  </a:moveTo>
                  <a:lnTo>
                    <a:pt x="97155" y="226060"/>
                  </a:lnTo>
                  <a:lnTo>
                    <a:pt x="95377" y="227584"/>
                  </a:lnTo>
                  <a:lnTo>
                    <a:pt x="128166" y="227584"/>
                  </a:lnTo>
                  <a:lnTo>
                    <a:pt x="129539" y="226060"/>
                  </a:lnTo>
                  <a:close/>
                </a:path>
                <a:path w="165734" h="284480">
                  <a:moveTo>
                    <a:pt x="111880" y="209514"/>
                  </a:moveTo>
                  <a:lnTo>
                    <a:pt x="95911" y="226998"/>
                  </a:lnTo>
                  <a:lnTo>
                    <a:pt x="97155" y="226060"/>
                  </a:lnTo>
                  <a:lnTo>
                    <a:pt x="129539" y="226060"/>
                  </a:lnTo>
                  <a:lnTo>
                    <a:pt x="130683" y="224789"/>
                  </a:lnTo>
                  <a:lnTo>
                    <a:pt x="131953" y="223138"/>
                  </a:lnTo>
                  <a:lnTo>
                    <a:pt x="140017" y="210312"/>
                  </a:lnTo>
                  <a:lnTo>
                    <a:pt x="111379" y="210312"/>
                  </a:lnTo>
                  <a:lnTo>
                    <a:pt x="111880" y="209514"/>
                  </a:lnTo>
                  <a:close/>
                </a:path>
                <a:path w="165734" h="284480">
                  <a:moveTo>
                    <a:pt x="141135" y="208534"/>
                  </a:moveTo>
                  <a:lnTo>
                    <a:pt x="112775" y="208534"/>
                  </a:lnTo>
                  <a:lnTo>
                    <a:pt x="111379" y="210312"/>
                  </a:lnTo>
                  <a:lnTo>
                    <a:pt x="140017" y="210312"/>
                  </a:lnTo>
                  <a:lnTo>
                    <a:pt x="141135" y="208534"/>
                  </a:lnTo>
                  <a:close/>
                </a:path>
                <a:path w="165734" h="284480">
                  <a:moveTo>
                    <a:pt x="160117" y="167639"/>
                  </a:moveTo>
                  <a:lnTo>
                    <a:pt x="135000" y="167639"/>
                  </a:lnTo>
                  <a:lnTo>
                    <a:pt x="134626" y="168539"/>
                  </a:lnTo>
                  <a:lnTo>
                    <a:pt x="134264" y="169163"/>
                  </a:lnTo>
                  <a:lnTo>
                    <a:pt x="130030" y="177926"/>
                  </a:lnTo>
                  <a:lnTo>
                    <a:pt x="124714" y="189102"/>
                  </a:lnTo>
                  <a:lnTo>
                    <a:pt x="124398" y="189671"/>
                  </a:lnTo>
                  <a:lnTo>
                    <a:pt x="123995" y="190246"/>
                  </a:lnTo>
                  <a:lnTo>
                    <a:pt x="111880" y="209514"/>
                  </a:lnTo>
                  <a:lnTo>
                    <a:pt x="112775" y="208534"/>
                  </a:lnTo>
                  <a:lnTo>
                    <a:pt x="141135" y="208534"/>
                  </a:lnTo>
                  <a:lnTo>
                    <a:pt x="145288" y="201930"/>
                  </a:lnTo>
                  <a:lnTo>
                    <a:pt x="145923" y="200660"/>
                  </a:lnTo>
                  <a:lnTo>
                    <a:pt x="156718" y="177926"/>
                  </a:lnTo>
                  <a:lnTo>
                    <a:pt x="157353" y="176402"/>
                  </a:lnTo>
                  <a:lnTo>
                    <a:pt x="160117" y="167639"/>
                  </a:lnTo>
                  <a:close/>
                </a:path>
                <a:path w="165734" h="284480">
                  <a:moveTo>
                    <a:pt x="141369" y="147337"/>
                  </a:moveTo>
                  <a:lnTo>
                    <a:pt x="134566" y="168539"/>
                  </a:lnTo>
                  <a:lnTo>
                    <a:pt x="135000" y="167639"/>
                  </a:lnTo>
                  <a:lnTo>
                    <a:pt x="160117" y="167639"/>
                  </a:lnTo>
                  <a:lnTo>
                    <a:pt x="164846" y="152653"/>
                  </a:lnTo>
                  <a:lnTo>
                    <a:pt x="165354" y="148971"/>
                  </a:lnTo>
                  <a:lnTo>
                    <a:pt x="141350" y="148971"/>
                  </a:lnTo>
                  <a:lnTo>
                    <a:pt x="141369" y="147337"/>
                  </a:lnTo>
                  <a:close/>
                </a:path>
                <a:path w="165734" h="284480">
                  <a:moveTo>
                    <a:pt x="141986" y="145414"/>
                  </a:moveTo>
                  <a:lnTo>
                    <a:pt x="141369" y="147337"/>
                  </a:lnTo>
                  <a:lnTo>
                    <a:pt x="141350" y="148971"/>
                  </a:lnTo>
                  <a:lnTo>
                    <a:pt x="141986" y="145414"/>
                  </a:lnTo>
                  <a:close/>
                </a:path>
                <a:path w="165734" h="284480">
                  <a:moveTo>
                    <a:pt x="165334" y="145414"/>
                  </a:moveTo>
                  <a:lnTo>
                    <a:pt x="141986" y="145414"/>
                  </a:lnTo>
                  <a:lnTo>
                    <a:pt x="141350" y="148971"/>
                  </a:lnTo>
                  <a:lnTo>
                    <a:pt x="165354" y="148971"/>
                  </a:lnTo>
                  <a:lnTo>
                    <a:pt x="165334" y="145414"/>
                  </a:lnTo>
                  <a:close/>
                </a:path>
                <a:path w="165734" h="284480">
                  <a:moveTo>
                    <a:pt x="132033" y="48475"/>
                  </a:moveTo>
                  <a:lnTo>
                    <a:pt x="136017" y="62864"/>
                  </a:lnTo>
                  <a:lnTo>
                    <a:pt x="138927" y="79121"/>
                  </a:lnTo>
                  <a:lnTo>
                    <a:pt x="139573" y="82550"/>
                  </a:lnTo>
                  <a:lnTo>
                    <a:pt x="141693" y="101853"/>
                  </a:lnTo>
                  <a:lnTo>
                    <a:pt x="141859" y="103124"/>
                  </a:lnTo>
                  <a:lnTo>
                    <a:pt x="141986" y="104521"/>
                  </a:lnTo>
                  <a:lnTo>
                    <a:pt x="141843" y="104521"/>
                  </a:lnTo>
                  <a:lnTo>
                    <a:pt x="141390" y="145414"/>
                  </a:lnTo>
                  <a:lnTo>
                    <a:pt x="141369" y="147337"/>
                  </a:lnTo>
                  <a:lnTo>
                    <a:pt x="141986" y="145414"/>
                  </a:lnTo>
                  <a:lnTo>
                    <a:pt x="165334" y="145414"/>
                  </a:lnTo>
                  <a:lnTo>
                    <a:pt x="165227" y="126237"/>
                  </a:lnTo>
                  <a:lnTo>
                    <a:pt x="164869" y="104521"/>
                  </a:lnTo>
                  <a:lnTo>
                    <a:pt x="141986" y="104521"/>
                  </a:lnTo>
                  <a:lnTo>
                    <a:pt x="141856" y="103342"/>
                  </a:lnTo>
                  <a:lnTo>
                    <a:pt x="164849" y="103342"/>
                  </a:lnTo>
                  <a:lnTo>
                    <a:pt x="164846" y="101853"/>
                  </a:lnTo>
                  <a:lnTo>
                    <a:pt x="161925" y="79121"/>
                  </a:lnTo>
                  <a:lnTo>
                    <a:pt x="157734" y="58674"/>
                  </a:lnTo>
                  <a:lnTo>
                    <a:pt x="157480" y="57531"/>
                  </a:lnTo>
                  <a:lnTo>
                    <a:pt x="155188" y="50164"/>
                  </a:lnTo>
                  <a:lnTo>
                    <a:pt x="133350" y="50164"/>
                  </a:lnTo>
                  <a:lnTo>
                    <a:pt x="132033" y="48475"/>
                  </a:lnTo>
                  <a:close/>
                </a:path>
                <a:path w="165734" h="284480">
                  <a:moveTo>
                    <a:pt x="131445" y="46355"/>
                  </a:moveTo>
                  <a:lnTo>
                    <a:pt x="132033" y="48475"/>
                  </a:lnTo>
                  <a:lnTo>
                    <a:pt x="133350" y="50164"/>
                  </a:lnTo>
                  <a:lnTo>
                    <a:pt x="131445" y="46355"/>
                  </a:lnTo>
                  <a:close/>
                </a:path>
                <a:path w="165734" h="284480">
                  <a:moveTo>
                    <a:pt x="154003" y="46355"/>
                  </a:moveTo>
                  <a:lnTo>
                    <a:pt x="131445" y="46355"/>
                  </a:lnTo>
                  <a:lnTo>
                    <a:pt x="133350" y="50164"/>
                  </a:lnTo>
                  <a:lnTo>
                    <a:pt x="155188" y="50164"/>
                  </a:lnTo>
                  <a:lnTo>
                    <a:pt x="154003" y="46355"/>
                  </a:lnTo>
                  <a:close/>
                </a:path>
                <a:path w="165734" h="284480">
                  <a:moveTo>
                    <a:pt x="114300" y="0"/>
                  </a:moveTo>
                  <a:lnTo>
                    <a:pt x="109855" y="3428"/>
                  </a:lnTo>
                  <a:lnTo>
                    <a:pt x="105410" y="6985"/>
                  </a:lnTo>
                  <a:lnTo>
                    <a:pt x="104648" y="13462"/>
                  </a:lnTo>
                  <a:lnTo>
                    <a:pt x="108204" y="17907"/>
                  </a:lnTo>
                  <a:lnTo>
                    <a:pt x="132033" y="48475"/>
                  </a:lnTo>
                  <a:lnTo>
                    <a:pt x="131445" y="46355"/>
                  </a:lnTo>
                  <a:lnTo>
                    <a:pt x="154003" y="46355"/>
                  </a:lnTo>
                  <a:lnTo>
                    <a:pt x="152146" y="40386"/>
                  </a:lnTo>
                  <a:lnTo>
                    <a:pt x="150241" y="36830"/>
                  </a:lnTo>
                  <a:lnTo>
                    <a:pt x="124333" y="5080"/>
                  </a:lnTo>
                  <a:lnTo>
                    <a:pt x="120777" y="63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76768" y="2921634"/>
              <a:ext cx="142748" cy="890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4542" y="2959861"/>
              <a:ext cx="148971" cy="833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959213" y="3007867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5">
                  <a:moveTo>
                    <a:pt x="10921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10922"/>
                  </a:lnTo>
                  <a:lnTo>
                    <a:pt x="3175" y="14097"/>
                  </a:lnTo>
                  <a:lnTo>
                    <a:pt x="10921" y="14097"/>
                  </a:lnTo>
                  <a:lnTo>
                    <a:pt x="14096" y="10922"/>
                  </a:lnTo>
                  <a:lnTo>
                    <a:pt x="14096" y="6985"/>
                  </a:lnTo>
                  <a:lnTo>
                    <a:pt x="14096" y="3175"/>
                  </a:lnTo>
                  <a:lnTo>
                    <a:pt x="109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5658" y="3747007"/>
              <a:ext cx="165862" cy="948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97618" y="3655060"/>
              <a:ext cx="27685" cy="1776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90430" y="3191255"/>
              <a:ext cx="214502" cy="2381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00316" y="2213355"/>
              <a:ext cx="3067050" cy="2333625"/>
            </a:xfrm>
            <a:custGeom>
              <a:avLst/>
              <a:gdLst/>
              <a:ahLst/>
              <a:cxnLst/>
              <a:rect l="l" t="t" r="r" b="b"/>
              <a:pathLst>
                <a:path w="3067050" h="2333625">
                  <a:moveTo>
                    <a:pt x="328676" y="25400"/>
                  </a:moveTo>
                  <a:lnTo>
                    <a:pt x="323596" y="25400"/>
                  </a:lnTo>
                  <a:lnTo>
                    <a:pt x="292989" y="0"/>
                  </a:lnTo>
                  <a:lnTo>
                    <a:pt x="261747" y="0"/>
                  </a:lnTo>
                  <a:lnTo>
                    <a:pt x="259334" y="12700"/>
                  </a:lnTo>
                  <a:lnTo>
                    <a:pt x="247396" y="12700"/>
                  </a:lnTo>
                  <a:lnTo>
                    <a:pt x="233680" y="25400"/>
                  </a:lnTo>
                  <a:lnTo>
                    <a:pt x="218186" y="50800"/>
                  </a:lnTo>
                  <a:lnTo>
                    <a:pt x="217551" y="50800"/>
                  </a:lnTo>
                  <a:lnTo>
                    <a:pt x="201422" y="76200"/>
                  </a:lnTo>
                  <a:lnTo>
                    <a:pt x="201168" y="76200"/>
                  </a:lnTo>
                  <a:lnTo>
                    <a:pt x="183769" y="101600"/>
                  </a:lnTo>
                  <a:lnTo>
                    <a:pt x="183388" y="101600"/>
                  </a:lnTo>
                  <a:lnTo>
                    <a:pt x="165862" y="127000"/>
                  </a:lnTo>
                  <a:lnTo>
                    <a:pt x="149860" y="165100"/>
                  </a:lnTo>
                  <a:lnTo>
                    <a:pt x="135890" y="190500"/>
                  </a:lnTo>
                  <a:lnTo>
                    <a:pt x="135509" y="203200"/>
                  </a:lnTo>
                  <a:lnTo>
                    <a:pt x="126111" y="228600"/>
                  </a:lnTo>
                  <a:lnTo>
                    <a:pt x="119380" y="266700"/>
                  </a:lnTo>
                  <a:lnTo>
                    <a:pt x="117475" y="304800"/>
                  </a:lnTo>
                  <a:lnTo>
                    <a:pt x="117475" y="342900"/>
                  </a:lnTo>
                  <a:lnTo>
                    <a:pt x="122428" y="381000"/>
                  </a:lnTo>
                  <a:lnTo>
                    <a:pt x="122682" y="381000"/>
                  </a:lnTo>
                  <a:lnTo>
                    <a:pt x="133096" y="406400"/>
                  </a:lnTo>
                  <a:lnTo>
                    <a:pt x="133350" y="406400"/>
                  </a:lnTo>
                  <a:lnTo>
                    <a:pt x="146431" y="444500"/>
                  </a:lnTo>
                  <a:lnTo>
                    <a:pt x="160401" y="482600"/>
                  </a:lnTo>
                  <a:lnTo>
                    <a:pt x="173863" y="508000"/>
                  </a:lnTo>
                  <a:lnTo>
                    <a:pt x="184785" y="546100"/>
                  </a:lnTo>
                  <a:lnTo>
                    <a:pt x="193421" y="571500"/>
                  </a:lnTo>
                  <a:lnTo>
                    <a:pt x="193167" y="571500"/>
                  </a:lnTo>
                  <a:lnTo>
                    <a:pt x="196723" y="609600"/>
                  </a:lnTo>
                  <a:lnTo>
                    <a:pt x="196710" y="635012"/>
                  </a:lnTo>
                  <a:lnTo>
                    <a:pt x="194183" y="673100"/>
                  </a:lnTo>
                  <a:lnTo>
                    <a:pt x="194691" y="673100"/>
                  </a:lnTo>
                  <a:lnTo>
                    <a:pt x="183134" y="698500"/>
                  </a:lnTo>
                  <a:lnTo>
                    <a:pt x="183388" y="698500"/>
                  </a:lnTo>
                  <a:lnTo>
                    <a:pt x="169037" y="736600"/>
                  </a:lnTo>
                  <a:lnTo>
                    <a:pt x="169418" y="736600"/>
                  </a:lnTo>
                  <a:lnTo>
                    <a:pt x="152146" y="762000"/>
                  </a:lnTo>
                  <a:lnTo>
                    <a:pt x="152400" y="762000"/>
                  </a:lnTo>
                  <a:lnTo>
                    <a:pt x="134874" y="787400"/>
                  </a:lnTo>
                  <a:lnTo>
                    <a:pt x="135636" y="787400"/>
                  </a:lnTo>
                  <a:lnTo>
                    <a:pt x="116840" y="812800"/>
                  </a:lnTo>
                  <a:lnTo>
                    <a:pt x="117475" y="812800"/>
                  </a:lnTo>
                  <a:lnTo>
                    <a:pt x="99187" y="825500"/>
                  </a:lnTo>
                  <a:lnTo>
                    <a:pt x="100076" y="825500"/>
                  </a:lnTo>
                  <a:lnTo>
                    <a:pt x="82804" y="838200"/>
                  </a:lnTo>
                  <a:lnTo>
                    <a:pt x="83439" y="838200"/>
                  </a:lnTo>
                  <a:lnTo>
                    <a:pt x="66802" y="850900"/>
                  </a:lnTo>
                  <a:lnTo>
                    <a:pt x="53340" y="850900"/>
                  </a:lnTo>
                  <a:lnTo>
                    <a:pt x="38481" y="863600"/>
                  </a:lnTo>
                  <a:lnTo>
                    <a:pt x="19558" y="863600"/>
                  </a:lnTo>
                  <a:lnTo>
                    <a:pt x="1524" y="863600"/>
                  </a:lnTo>
                  <a:lnTo>
                    <a:pt x="762" y="863600"/>
                  </a:lnTo>
                  <a:lnTo>
                    <a:pt x="101" y="874496"/>
                  </a:lnTo>
                  <a:lnTo>
                    <a:pt x="0" y="876300"/>
                  </a:lnTo>
                  <a:lnTo>
                    <a:pt x="1778" y="876300"/>
                  </a:lnTo>
                  <a:lnTo>
                    <a:pt x="8636" y="889000"/>
                  </a:lnTo>
                  <a:lnTo>
                    <a:pt x="13081" y="889000"/>
                  </a:lnTo>
                  <a:lnTo>
                    <a:pt x="13716" y="889000"/>
                  </a:lnTo>
                  <a:lnTo>
                    <a:pt x="14224" y="889000"/>
                  </a:lnTo>
                  <a:lnTo>
                    <a:pt x="25781" y="901700"/>
                  </a:lnTo>
                  <a:lnTo>
                    <a:pt x="24892" y="901700"/>
                  </a:lnTo>
                  <a:lnTo>
                    <a:pt x="38989" y="914400"/>
                  </a:lnTo>
                  <a:lnTo>
                    <a:pt x="37719" y="914400"/>
                  </a:lnTo>
                  <a:lnTo>
                    <a:pt x="51308" y="927100"/>
                  </a:lnTo>
                  <a:lnTo>
                    <a:pt x="50927" y="927100"/>
                  </a:lnTo>
                  <a:lnTo>
                    <a:pt x="64897" y="965200"/>
                  </a:lnTo>
                  <a:lnTo>
                    <a:pt x="64516" y="965200"/>
                  </a:lnTo>
                  <a:lnTo>
                    <a:pt x="77343" y="1003300"/>
                  </a:lnTo>
                  <a:lnTo>
                    <a:pt x="77089" y="990600"/>
                  </a:lnTo>
                  <a:lnTo>
                    <a:pt x="87757" y="1041400"/>
                  </a:lnTo>
                  <a:lnTo>
                    <a:pt x="87503" y="1041400"/>
                  </a:lnTo>
                  <a:lnTo>
                    <a:pt x="93091" y="1092200"/>
                  </a:lnTo>
                  <a:lnTo>
                    <a:pt x="97282" y="1143000"/>
                  </a:lnTo>
                  <a:lnTo>
                    <a:pt x="98679" y="1206500"/>
                  </a:lnTo>
                  <a:lnTo>
                    <a:pt x="98552" y="1333500"/>
                  </a:lnTo>
                  <a:lnTo>
                    <a:pt x="98425" y="1447800"/>
                  </a:lnTo>
                  <a:lnTo>
                    <a:pt x="98171" y="1549400"/>
                  </a:lnTo>
                  <a:lnTo>
                    <a:pt x="98044" y="1612900"/>
                  </a:lnTo>
                  <a:lnTo>
                    <a:pt x="99695" y="1663700"/>
                  </a:lnTo>
                  <a:lnTo>
                    <a:pt x="101473" y="1714500"/>
                  </a:lnTo>
                  <a:lnTo>
                    <a:pt x="101473" y="1765300"/>
                  </a:lnTo>
                  <a:lnTo>
                    <a:pt x="101346" y="1816100"/>
                  </a:lnTo>
                  <a:lnTo>
                    <a:pt x="101219" y="1943100"/>
                  </a:lnTo>
                  <a:lnTo>
                    <a:pt x="102235" y="1981200"/>
                  </a:lnTo>
                  <a:lnTo>
                    <a:pt x="103378" y="2019300"/>
                  </a:lnTo>
                  <a:lnTo>
                    <a:pt x="105537" y="2044700"/>
                  </a:lnTo>
                  <a:lnTo>
                    <a:pt x="105918" y="2070100"/>
                  </a:lnTo>
                  <a:lnTo>
                    <a:pt x="108077" y="2082800"/>
                  </a:lnTo>
                  <a:lnTo>
                    <a:pt x="109474" y="2095500"/>
                  </a:lnTo>
                  <a:lnTo>
                    <a:pt x="111125" y="2108200"/>
                  </a:lnTo>
                  <a:lnTo>
                    <a:pt x="113284" y="2108200"/>
                  </a:lnTo>
                  <a:lnTo>
                    <a:pt x="134747" y="2108200"/>
                  </a:lnTo>
                  <a:lnTo>
                    <a:pt x="135890" y="2108200"/>
                  </a:lnTo>
                  <a:lnTo>
                    <a:pt x="135216" y="2098675"/>
                  </a:lnTo>
                  <a:lnTo>
                    <a:pt x="135128" y="2070100"/>
                  </a:lnTo>
                  <a:lnTo>
                    <a:pt x="132080" y="2057400"/>
                  </a:lnTo>
                  <a:lnTo>
                    <a:pt x="129349" y="2057400"/>
                  </a:lnTo>
                  <a:lnTo>
                    <a:pt x="129159" y="2044700"/>
                  </a:lnTo>
                  <a:lnTo>
                    <a:pt x="127000" y="2006600"/>
                  </a:lnTo>
                  <a:lnTo>
                    <a:pt x="124841" y="1943100"/>
                  </a:lnTo>
                  <a:lnTo>
                    <a:pt x="124714" y="1866900"/>
                  </a:lnTo>
                  <a:lnTo>
                    <a:pt x="124587" y="1714500"/>
                  </a:lnTo>
                  <a:lnTo>
                    <a:pt x="120777" y="1612900"/>
                  </a:lnTo>
                  <a:lnTo>
                    <a:pt x="120396" y="1447800"/>
                  </a:lnTo>
                  <a:lnTo>
                    <a:pt x="120269" y="1333500"/>
                  </a:lnTo>
                  <a:lnTo>
                    <a:pt x="120142" y="1206500"/>
                  </a:lnTo>
                  <a:lnTo>
                    <a:pt x="118618" y="1143000"/>
                  </a:lnTo>
                  <a:lnTo>
                    <a:pt x="114173" y="1092200"/>
                  </a:lnTo>
                  <a:lnTo>
                    <a:pt x="108077" y="1041400"/>
                  </a:lnTo>
                  <a:lnTo>
                    <a:pt x="97028" y="990600"/>
                  </a:lnTo>
                  <a:lnTo>
                    <a:pt x="96774" y="990600"/>
                  </a:lnTo>
                  <a:lnTo>
                    <a:pt x="83693" y="952500"/>
                  </a:lnTo>
                  <a:lnTo>
                    <a:pt x="83312" y="952500"/>
                  </a:lnTo>
                  <a:lnTo>
                    <a:pt x="68834" y="927100"/>
                  </a:lnTo>
                  <a:lnTo>
                    <a:pt x="55118" y="901700"/>
                  </a:lnTo>
                  <a:lnTo>
                    <a:pt x="53848" y="901700"/>
                  </a:lnTo>
                  <a:lnTo>
                    <a:pt x="39878" y="889000"/>
                  </a:lnTo>
                  <a:lnTo>
                    <a:pt x="38989" y="876300"/>
                  </a:lnTo>
                  <a:lnTo>
                    <a:pt x="59690" y="876300"/>
                  </a:lnTo>
                  <a:lnTo>
                    <a:pt x="75819" y="863600"/>
                  </a:lnTo>
                  <a:lnTo>
                    <a:pt x="77089" y="863600"/>
                  </a:lnTo>
                  <a:lnTo>
                    <a:pt x="93599" y="850900"/>
                  </a:lnTo>
                  <a:lnTo>
                    <a:pt x="94361" y="850900"/>
                  </a:lnTo>
                  <a:lnTo>
                    <a:pt x="111633" y="838200"/>
                  </a:lnTo>
                  <a:lnTo>
                    <a:pt x="112522" y="838200"/>
                  </a:lnTo>
                  <a:lnTo>
                    <a:pt x="130810" y="825500"/>
                  </a:lnTo>
                  <a:lnTo>
                    <a:pt x="150241" y="800100"/>
                  </a:lnTo>
                  <a:lnTo>
                    <a:pt x="151003" y="800100"/>
                  </a:lnTo>
                  <a:lnTo>
                    <a:pt x="168656" y="774700"/>
                  </a:lnTo>
                  <a:lnTo>
                    <a:pt x="168910" y="774700"/>
                  </a:lnTo>
                  <a:lnTo>
                    <a:pt x="186182" y="736600"/>
                  </a:lnTo>
                  <a:lnTo>
                    <a:pt x="186563" y="736600"/>
                  </a:lnTo>
                  <a:lnTo>
                    <a:pt x="200914" y="711200"/>
                  </a:lnTo>
                  <a:lnTo>
                    <a:pt x="201295" y="711200"/>
                  </a:lnTo>
                  <a:lnTo>
                    <a:pt x="212852" y="673100"/>
                  </a:lnTo>
                  <a:lnTo>
                    <a:pt x="213233" y="673100"/>
                  </a:lnTo>
                  <a:lnTo>
                    <a:pt x="215760" y="635012"/>
                  </a:lnTo>
                  <a:lnTo>
                    <a:pt x="215773" y="596900"/>
                  </a:lnTo>
                  <a:lnTo>
                    <a:pt x="212217" y="571500"/>
                  </a:lnTo>
                  <a:lnTo>
                    <a:pt x="203073" y="533400"/>
                  </a:lnTo>
                  <a:lnTo>
                    <a:pt x="191897" y="508000"/>
                  </a:lnTo>
                  <a:lnTo>
                    <a:pt x="191643" y="508000"/>
                  </a:lnTo>
                  <a:lnTo>
                    <a:pt x="177927" y="469900"/>
                  </a:lnTo>
                  <a:lnTo>
                    <a:pt x="163957" y="444500"/>
                  </a:lnTo>
                  <a:lnTo>
                    <a:pt x="151003" y="406400"/>
                  </a:lnTo>
                  <a:lnTo>
                    <a:pt x="151257" y="406400"/>
                  </a:lnTo>
                  <a:lnTo>
                    <a:pt x="140716" y="368300"/>
                  </a:lnTo>
                  <a:lnTo>
                    <a:pt x="140970" y="368300"/>
                  </a:lnTo>
                  <a:lnTo>
                    <a:pt x="136017" y="342900"/>
                  </a:lnTo>
                  <a:lnTo>
                    <a:pt x="135890" y="304800"/>
                  </a:lnTo>
                  <a:lnTo>
                    <a:pt x="137541" y="266700"/>
                  </a:lnTo>
                  <a:lnTo>
                    <a:pt x="143764" y="241300"/>
                  </a:lnTo>
                  <a:lnTo>
                    <a:pt x="153162" y="203200"/>
                  </a:lnTo>
                  <a:lnTo>
                    <a:pt x="152781" y="203200"/>
                  </a:lnTo>
                  <a:lnTo>
                    <a:pt x="166370" y="165100"/>
                  </a:lnTo>
                  <a:lnTo>
                    <a:pt x="166116" y="165100"/>
                  </a:lnTo>
                  <a:lnTo>
                    <a:pt x="181737" y="139700"/>
                  </a:lnTo>
                  <a:lnTo>
                    <a:pt x="198882" y="101600"/>
                  </a:lnTo>
                  <a:lnTo>
                    <a:pt x="198501" y="101600"/>
                  </a:lnTo>
                  <a:lnTo>
                    <a:pt x="216065" y="75780"/>
                  </a:lnTo>
                  <a:lnTo>
                    <a:pt x="231648" y="63500"/>
                  </a:lnTo>
                  <a:lnTo>
                    <a:pt x="231140" y="63500"/>
                  </a:lnTo>
                  <a:lnTo>
                    <a:pt x="246507" y="38100"/>
                  </a:lnTo>
                  <a:lnTo>
                    <a:pt x="246126" y="38100"/>
                  </a:lnTo>
                  <a:lnTo>
                    <a:pt x="259461" y="25400"/>
                  </a:lnTo>
                  <a:lnTo>
                    <a:pt x="268097" y="25400"/>
                  </a:lnTo>
                  <a:lnTo>
                    <a:pt x="277114" y="12700"/>
                  </a:lnTo>
                  <a:lnTo>
                    <a:pt x="273939" y="25400"/>
                  </a:lnTo>
                  <a:lnTo>
                    <a:pt x="285115" y="25400"/>
                  </a:lnTo>
                  <a:lnTo>
                    <a:pt x="287629" y="16065"/>
                  </a:lnTo>
                  <a:lnTo>
                    <a:pt x="314198" y="38100"/>
                  </a:lnTo>
                  <a:lnTo>
                    <a:pt x="326009" y="38100"/>
                  </a:lnTo>
                  <a:lnTo>
                    <a:pt x="328676" y="25400"/>
                  </a:lnTo>
                  <a:close/>
                </a:path>
                <a:path w="3067050" h="2333625">
                  <a:moveTo>
                    <a:pt x="3066669" y="2154809"/>
                  </a:moveTo>
                  <a:lnTo>
                    <a:pt x="3066542" y="2148205"/>
                  </a:lnTo>
                  <a:lnTo>
                    <a:pt x="3066415" y="2149348"/>
                  </a:lnTo>
                  <a:lnTo>
                    <a:pt x="3066300" y="2141740"/>
                  </a:lnTo>
                  <a:lnTo>
                    <a:pt x="3066148" y="2137918"/>
                  </a:lnTo>
                  <a:lnTo>
                    <a:pt x="3066034" y="2135251"/>
                  </a:lnTo>
                  <a:lnTo>
                    <a:pt x="3065907" y="2134997"/>
                  </a:lnTo>
                  <a:lnTo>
                    <a:pt x="3065437" y="2127631"/>
                  </a:lnTo>
                  <a:lnTo>
                    <a:pt x="3065348" y="2126107"/>
                  </a:lnTo>
                  <a:lnTo>
                    <a:pt x="3065246" y="2124583"/>
                  </a:lnTo>
                  <a:lnTo>
                    <a:pt x="3065145" y="2122805"/>
                  </a:lnTo>
                  <a:lnTo>
                    <a:pt x="3064383" y="2119122"/>
                  </a:lnTo>
                  <a:lnTo>
                    <a:pt x="3059430" y="2107311"/>
                  </a:lnTo>
                  <a:lnTo>
                    <a:pt x="3053270" y="2092540"/>
                  </a:lnTo>
                  <a:lnTo>
                    <a:pt x="3048127" y="2078355"/>
                  </a:lnTo>
                  <a:lnTo>
                    <a:pt x="3047187" y="2076437"/>
                  </a:lnTo>
                  <a:lnTo>
                    <a:pt x="3047187" y="2126107"/>
                  </a:lnTo>
                  <a:lnTo>
                    <a:pt x="3042793" y="2126107"/>
                  </a:lnTo>
                  <a:lnTo>
                    <a:pt x="3042323" y="2126107"/>
                  </a:lnTo>
                  <a:lnTo>
                    <a:pt x="3042424" y="2124583"/>
                  </a:lnTo>
                  <a:lnTo>
                    <a:pt x="3042539" y="2122805"/>
                  </a:lnTo>
                  <a:lnTo>
                    <a:pt x="3042564" y="2123186"/>
                  </a:lnTo>
                  <a:lnTo>
                    <a:pt x="3042424" y="2124583"/>
                  </a:lnTo>
                  <a:lnTo>
                    <a:pt x="3042666" y="2124583"/>
                  </a:lnTo>
                  <a:lnTo>
                    <a:pt x="3045358" y="2124583"/>
                  </a:lnTo>
                  <a:lnTo>
                    <a:pt x="3047187" y="2126107"/>
                  </a:lnTo>
                  <a:lnTo>
                    <a:pt x="3047187" y="2076437"/>
                  </a:lnTo>
                  <a:lnTo>
                    <a:pt x="3040761" y="2063242"/>
                  </a:lnTo>
                  <a:lnTo>
                    <a:pt x="3039872" y="2061464"/>
                  </a:lnTo>
                  <a:lnTo>
                    <a:pt x="3037840" y="2060575"/>
                  </a:lnTo>
                  <a:lnTo>
                    <a:pt x="3035935" y="2061083"/>
                  </a:lnTo>
                  <a:lnTo>
                    <a:pt x="3033903" y="2061464"/>
                  </a:lnTo>
                  <a:lnTo>
                    <a:pt x="3032633" y="2063242"/>
                  </a:lnTo>
                  <a:lnTo>
                    <a:pt x="3032633" y="2065274"/>
                  </a:lnTo>
                  <a:lnTo>
                    <a:pt x="3039872" y="2113788"/>
                  </a:lnTo>
                  <a:lnTo>
                    <a:pt x="3041688" y="2121497"/>
                  </a:lnTo>
                  <a:lnTo>
                    <a:pt x="3038868" y="2119122"/>
                  </a:lnTo>
                  <a:lnTo>
                    <a:pt x="3038043" y="2118436"/>
                  </a:lnTo>
                  <a:lnTo>
                    <a:pt x="3024759" y="2105025"/>
                  </a:lnTo>
                  <a:lnTo>
                    <a:pt x="3006217" y="2086991"/>
                  </a:lnTo>
                  <a:lnTo>
                    <a:pt x="3002216" y="2082292"/>
                  </a:lnTo>
                  <a:lnTo>
                    <a:pt x="2987167" y="2065020"/>
                  </a:lnTo>
                  <a:lnTo>
                    <a:pt x="2986913" y="2064766"/>
                  </a:lnTo>
                  <a:lnTo>
                    <a:pt x="2967532" y="2043899"/>
                  </a:lnTo>
                  <a:lnTo>
                    <a:pt x="2967532" y="2081314"/>
                  </a:lnTo>
                  <a:lnTo>
                    <a:pt x="2967532" y="2043899"/>
                  </a:lnTo>
                  <a:lnTo>
                    <a:pt x="2963799" y="2039874"/>
                  </a:lnTo>
                  <a:lnTo>
                    <a:pt x="2938653" y="2012315"/>
                  </a:lnTo>
                  <a:lnTo>
                    <a:pt x="2911678" y="1982470"/>
                  </a:lnTo>
                  <a:lnTo>
                    <a:pt x="2911310" y="1982127"/>
                  </a:lnTo>
                  <a:lnTo>
                    <a:pt x="2883281" y="1948561"/>
                  </a:lnTo>
                  <a:lnTo>
                    <a:pt x="2882900" y="1948307"/>
                  </a:lnTo>
                  <a:lnTo>
                    <a:pt x="2873248" y="1937537"/>
                  </a:lnTo>
                  <a:lnTo>
                    <a:pt x="2904236" y="1902333"/>
                  </a:lnTo>
                  <a:lnTo>
                    <a:pt x="2963164" y="1832864"/>
                  </a:lnTo>
                  <a:lnTo>
                    <a:pt x="2998520" y="1789811"/>
                  </a:lnTo>
                  <a:lnTo>
                    <a:pt x="2999155" y="1789049"/>
                  </a:lnTo>
                  <a:lnTo>
                    <a:pt x="3000730" y="1788033"/>
                  </a:lnTo>
                  <a:lnTo>
                    <a:pt x="3026537" y="1771523"/>
                  </a:lnTo>
                  <a:lnTo>
                    <a:pt x="3030474" y="1768856"/>
                  </a:lnTo>
                  <a:lnTo>
                    <a:pt x="3031617" y="1763649"/>
                  </a:lnTo>
                  <a:lnTo>
                    <a:pt x="3029204" y="1759585"/>
                  </a:lnTo>
                  <a:lnTo>
                    <a:pt x="3026664" y="1755648"/>
                  </a:lnTo>
                  <a:lnTo>
                    <a:pt x="3021330" y="1754378"/>
                  </a:lnTo>
                  <a:lnTo>
                    <a:pt x="3017266" y="1756791"/>
                  </a:lnTo>
                  <a:lnTo>
                    <a:pt x="2969260" y="1794764"/>
                  </a:lnTo>
                  <a:lnTo>
                    <a:pt x="2920365" y="1849374"/>
                  </a:lnTo>
                  <a:lnTo>
                    <a:pt x="2887065" y="1887791"/>
                  </a:lnTo>
                  <a:lnTo>
                    <a:pt x="2857716" y="1920214"/>
                  </a:lnTo>
                  <a:lnTo>
                    <a:pt x="2852293" y="1914144"/>
                  </a:lnTo>
                  <a:lnTo>
                    <a:pt x="2852039" y="1913763"/>
                  </a:lnTo>
                  <a:lnTo>
                    <a:pt x="2820289" y="1880997"/>
                  </a:lnTo>
                  <a:lnTo>
                    <a:pt x="2789301" y="1851533"/>
                  </a:lnTo>
                  <a:lnTo>
                    <a:pt x="2758186" y="1826260"/>
                  </a:lnTo>
                  <a:lnTo>
                    <a:pt x="2757805" y="1825879"/>
                  </a:lnTo>
                  <a:lnTo>
                    <a:pt x="2732532" y="1806956"/>
                  </a:lnTo>
                  <a:lnTo>
                    <a:pt x="2713863" y="1792605"/>
                  </a:lnTo>
                  <a:lnTo>
                    <a:pt x="2712847" y="1791843"/>
                  </a:lnTo>
                  <a:lnTo>
                    <a:pt x="2700909" y="1784731"/>
                  </a:lnTo>
                  <a:lnTo>
                    <a:pt x="2699982" y="1784121"/>
                  </a:lnTo>
                  <a:lnTo>
                    <a:pt x="2699982" y="1812798"/>
                  </a:lnTo>
                  <a:lnTo>
                    <a:pt x="2698775" y="1812036"/>
                  </a:lnTo>
                  <a:lnTo>
                    <a:pt x="2699855" y="1812709"/>
                  </a:lnTo>
                  <a:lnTo>
                    <a:pt x="2699982" y="1812798"/>
                  </a:lnTo>
                  <a:lnTo>
                    <a:pt x="2699982" y="1784121"/>
                  </a:lnTo>
                  <a:lnTo>
                    <a:pt x="2699004" y="1783461"/>
                  </a:lnTo>
                  <a:lnTo>
                    <a:pt x="2698115" y="1783257"/>
                  </a:lnTo>
                  <a:lnTo>
                    <a:pt x="2697848" y="1782953"/>
                  </a:lnTo>
                  <a:lnTo>
                    <a:pt x="2698407" y="1782953"/>
                  </a:lnTo>
                  <a:lnTo>
                    <a:pt x="2691638" y="1781683"/>
                  </a:lnTo>
                  <a:lnTo>
                    <a:pt x="2689275" y="1782953"/>
                  </a:lnTo>
                  <a:lnTo>
                    <a:pt x="2687320" y="1782953"/>
                  </a:lnTo>
                  <a:lnTo>
                    <a:pt x="2682748" y="1786001"/>
                  </a:lnTo>
                  <a:lnTo>
                    <a:pt x="2682570" y="1786458"/>
                  </a:lnTo>
                  <a:lnTo>
                    <a:pt x="2681732" y="1786890"/>
                  </a:lnTo>
                  <a:lnTo>
                    <a:pt x="2679192" y="1792605"/>
                  </a:lnTo>
                  <a:lnTo>
                    <a:pt x="2679611" y="1794421"/>
                  </a:lnTo>
                  <a:lnTo>
                    <a:pt x="2679192" y="1795526"/>
                  </a:lnTo>
                  <a:lnTo>
                    <a:pt x="2680462" y="1800860"/>
                  </a:lnTo>
                  <a:lnTo>
                    <a:pt x="2681389" y="1801698"/>
                  </a:lnTo>
                  <a:lnTo>
                    <a:pt x="2681859" y="1803527"/>
                  </a:lnTo>
                  <a:lnTo>
                    <a:pt x="2686812" y="1807464"/>
                  </a:lnTo>
                  <a:lnTo>
                    <a:pt x="2687815" y="1807464"/>
                  </a:lnTo>
                  <a:lnTo>
                    <a:pt x="2709291" y="1826641"/>
                  </a:lnTo>
                  <a:lnTo>
                    <a:pt x="2713355" y="1830324"/>
                  </a:lnTo>
                  <a:lnTo>
                    <a:pt x="2719578" y="1830070"/>
                  </a:lnTo>
                  <a:lnTo>
                    <a:pt x="2720784" y="1828901"/>
                  </a:lnTo>
                  <a:lnTo>
                    <a:pt x="2742666" y="1845602"/>
                  </a:lnTo>
                  <a:lnTo>
                    <a:pt x="2772727" y="1870506"/>
                  </a:lnTo>
                  <a:lnTo>
                    <a:pt x="2802509" y="1899031"/>
                  </a:lnTo>
                  <a:lnTo>
                    <a:pt x="2833433" y="1931098"/>
                  </a:lnTo>
                  <a:lnTo>
                    <a:pt x="2833789" y="1931377"/>
                  </a:lnTo>
                  <a:lnTo>
                    <a:pt x="2833814" y="1931517"/>
                  </a:lnTo>
                  <a:lnTo>
                    <a:pt x="2834894" y="1932609"/>
                  </a:lnTo>
                  <a:lnTo>
                    <a:pt x="2840761" y="1939201"/>
                  </a:lnTo>
                  <a:lnTo>
                    <a:pt x="2792247" y="1994408"/>
                  </a:lnTo>
                  <a:lnTo>
                    <a:pt x="2760497" y="2030374"/>
                  </a:lnTo>
                  <a:lnTo>
                    <a:pt x="2701315" y="2094103"/>
                  </a:lnTo>
                  <a:lnTo>
                    <a:pt x="2636393" y="2164334"/>
                  </a:lnTo>
                  <a:lnTo>
                    <a:pt x="2604135" y="2198370"/>
                  </a:lnTo>
                  <a:lnTo>
                    <a:pt x="2576322" y="2228723"/>
                  </a:lnTo>
                  <a:lnTo>
                    <a:pt x="2576068" y="2228977"/>
                  </a:lnTo>
                  <a:lnTo>
                    <a:pt x="2552319" y="2256028"/>
                  </a:lnTo>
                  <a:lnTo>
                    <a:pt x="2552065" y="2256409"/>
                  </a:lnTo>
                  <a:lnTo>
                    <a:pt x="2532126" y="2281301"/>
                  </a:lnTo>
                  <a:lnTo>
                    <a:pt x="2512085" y="2302675"/>
                  </a:lnTo>
                  <a:lnTo>
                    <a:pt x="2511768" y="2302878"/>
                  </a:lnTo>
                  <a:lnTo>
                    <a:pt x="2489327" y="2321814"/>
                  </a:lnTo>
                  <a:lnTo>
                    <a:pt x="2486914" y="2323719"/>
                  </a:lnTo>
                  <a:lnTo>
                    <a:pt x="2486406" y="2327275"/>
                  </a:lnTo>
                  <a:lnTo>
                    <a:pt x="2488184" y="2329815"/>
                  </a:lnTo>
                  <a:lnTo>
                    <a:pt x="2489835" y="2332482"/>
                  </a:lnTo>
                  <a:lnTo>
                    <a:pt x="2525141" y="2317750"/>
                  </a:lnTo>
                  <a:lnTo>
                    <a:pt x="2541333" y="2303526"/>
                  </a:lnTo>
                  <a:lnTo>
                    <a:pt x="2548001" y="2297684"/>
                  </a:lnTo>
                  <a:lnTo>
                    <a:pt x="2549144" y="2296541"/>
                  </a:lnTo>
                  <a:lnTo>
                    <a:pt x="2570480" y="2271649"/>
                  </a:lnTo>
                  <a:lnTo>
                    <a:pt x="2594368" y="2244547"/>
                  </a:lnTo>
                  <a:lnTo>
                    <a:pt x="2621838" y="2214549"/>
                  </a:lnTo>
                  <a:lnTo>
                    <a:pt x="2653919" y="2180717"/>
                  </a:lnTo>
                  <a:lnTo>
                    <a:pt x="2691511" y="2139823"/>
                  </a:lnTo>
                  <a:lnTo>
                    <a:pt x="2733929" y="2094230"/>
                  </a:lnTo>
                  <a:lnTo>
                    <a:pt x="2733929" y="2094103"/>
                  </a:lnTo>
                  <a:lnTo>
                    <a:pt x="2778506" y="2045843"/>
                  </a:lnTo>
                  <a:lnTo>
                    <a:pt x="2778760" y="2045589"/>
                  </a:lnTo>
                  <a:lnTo>
                    <a:pt x="2823718" y="1994535"/>
                  </a:lnTo>
                  <a:lnTo>
                    <a:pt x="2823718" y="1994408"/>
                  </a:lnTo>
                  <a:lnTo>
                    <a:pt x="2856395" y="1956714"/>
                  </a:lnTo>
                  <a:lnTo>
                    <a:pt x="2863329" y="1964474"/>
                  </a:lnTo>
                  <a:lnTo>
                    <a:pt x="2892171" y="1998853"/>
                  </a:lnTo>
                  <a:lnTo>
                    <a:pt x="2892552" y="1999107"/>
                  </a:lnTo>
                  <a:lnTo>
                    <a:pt x="2919857" y="2029460"/>
                  </a:lnTo>
                  <a:lnTo>
                    <a:pt x="2945003" y="2057146"/>
                  </a:lnTo>
                  <a:lnTo>
                    <a:pt x="2967583" y="2081390"/>
                  </a:lnTo>
                  <a:lnTo>
                    <a:pt x="2967799" y="2081720"/>
                  </a:lnTo>
                  <a:lnTo>
                    <a:pt x="2968142" y="2082126"/>
                  </a:lnTo>
                  <a:lnTo>
                    <a:pt x="2967977" y="2081809"/>
                  </a:lnTo>
                  <a:lnTo>
                    <a:pt x="2968282" y="2082126"/>
                  </a:lnTo>
                  <a:lnTo>
                    <a:pt x="2987675" y="2104517"/>
                  </a:lnTo>
                  <a:lnTo>
                    <a:pt x="3006725" y="2123186"/>
                  </a:lnTo>
                  <a:lnTo>
                    <a:pt x="3021457" y="2137918"/>
                  </a:lnTo>
                  <a:lnTo>
                    <a:pt x="3029000" y="2144268"/>
                  </a:lnTo>
                  <a:lnTo>
                    <a:pt x="3040380" y="2153539"/>
                  </a:lnTo>
                  <a:lnTo>
                    <a:pt x="3040507" y="2153666"/>
                  </a:lnTo>
                  <a:lnTo>
                    <a:pt x="3041027" y="2154085"/>
                  </a:lnTo>
                  <a:lnTo>
                    <a:pt x="3041129" y="2147963"/>
                  </a:lnTo>
                  <a:lnTo>
                    <a:pt x="3041256" y="2144268"/>
                  </a:lnTo>
                  <a:lnTo>
                    <a:pt x="3041370" y="2142083"/>
                  </a:lnTo>
                  <a:lnTo>
                    <a:pt x="3041345" y="2142744"/>
                  </a:lnTo>
                  <a:lnTo>
                    <a:pt x="3041256" y="2144268"/>
                  </a:lnTo>
                  <a:lnTo>
                    <a:pt x="3041142" y="2148205"/>
                  </a:lnTo>
                  <a:lnTo>
                    <a:pt x="3041027" y="2154085"/>
                  </a:lnTo>
                  <a:lnTo>
                    <a:pt x="3041015" y="2154809"/>
                  </a:lnTo>
                  <a:lnTo>
                    <a:pt x="3041726" y="2155596"/>
                  </a:lnTo>
                  <a:lnTo>
                    <a:pt x="3041777" y="2156206"/>
                  </a:lnTo>
                  <a:lnTo>
                    <a:pt x="3044253" y="2158365"/>
                  </a:lnTo>
                  <a:lnTo>
                    <a:pt x="3046247" y="2160562"/>
                  </a:lnTo>
                  <a:lnTo>
                    <a:pt x="3046768" y="2160562"/>
                  </a:lnTo>
                  <a:lnTo>
                    <a:pt x="3047619" y="2161286"/>
                  </a:lnTo>
                  <a:lnTo>
                    <a:pt x="3053842" y="2160955"/>
                  </a:lnTo>
                  <a:lnTo>
                    <a:pt x="3060065" y="2161286"/>
                  </a:lnTo>
                  <a:lnTo>
                    <a:pt x="3060903" y="2160562"/>
                  </a:lnTo>
                  <a:lnTo>
                    <a:pt x="3061424" y="2160562"/>
                  </a:lnTo>
                  <a:lnTo>
                    <a:pt x="3063417" y="2158365"/>
                  </a:lnTo>
                  <a:lnTo>
                    <a:pt x="3065907" y="2156206"/>
                  </a:lnTo>
                  <a:lnTo>
                    <a:pt x="3065945" y="2155596"/>
                  </a:lnTo>
                  <a:lnTo>
                    <a:pt x="3066669" y="2154809"/>
                  </a:lnTo>
                  <a:close/>
                </a:path>
                <a:path w="3067050" h="2333625">
                  <a:moveTo>
                    <a:pt x="3066923" y="2142744"/>
                  </a:moveTo>
                  <a:lnTo>
                    <a:pt x="3066300" y="2141740"/>
                  </a:lnTo>
                  <a:lnTo>
                    <a:pt x="3066415" y="2144268"/>
                  </a:lnTo>
                  <a:lnTo>
                    <a:pt x="3066516" y="2147443"/>
                  </a:lnTo>
                  <a:lnTo>
                    <a:pt x="3066808" y="2144268"/>
                  </a:lnTo>
                  <a:lnTo>
                    <a:pt x="3066923" y="214274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49" name="object 19">
            <a:extLst>
              <a:ext uri="{FF2B5EF4-FFF2-40B4-BE49-F238E27FC236}">
                <a16:creationId xmlns:a16="http://schemas.microsoft.com/office/drawing/2014/main" id="{EA39A86D-7EA8-D01C-BDC8-1F205A7A9B0C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68476" y="2122308"/>
            <a:ext cx="5551755" cy="30655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2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0081" y="1993126"/>
            <a:ext cx="5055870" cy="2792095"/>
            <a:chOff x="6330081" y="1993126"/>
            <a:chExt cx="5055870" cy="27920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0081" y="1993126"/>
              <a:ext cx="5055853" cy="27919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18145" y="2558287"/>
              <a:ext cx="1642110" cy="171450"/>
            </a:xfrm>
            <a:custGeom>
              <a:avLst/>
              <a:gdLst/>
              <a:ahLst/>
              <a:cxnLst/>
              <a:rect l="l" t="t" r="r" b="b"/>
              <a:pathLst>
                <a:path w="1642109" h="171450">
                  <a:moveTo>
                    <a:pt x="18834" y="16916"/>
                  </a:moveTo>
                  <a:lnTo>
                    <a:pt x="18808" y="15621"/>
                  </a:lnTo>
                  <a:lnTo>
                    <a:pt x="18796" y="14605"/>
                  </a:lnTo>
                  <a:lnTo>
                    <a:pt x="18503" y="13081"/>
                  </a:lnTo>
                  <a:lnTo>
                    <a:pt x="18402" y="12573"/>
                  </a:lnTo>
                  <a:lnTo>
                    <a:pt x="18288" y="11938"/>
                  </a:lnTo>
                  <a:lnTo>
                    <a:pt x="17957" y="11099"/>
                  </a:lnTo>
                  <a:lnTo>
                    <a:pt x="18415" y="9525"/>
                  </a:lnTo>
                  <a:lnTo>
                    <a:pt x="17678" y="6731"/>
                  </a:lnTo>
                  <a:lnTo>
                    <a:pt x="17132" y="4318"/>
                  </a:lnTo>
                  <a:lnTo>
                    <a:pt x="17018" y="3810"/>
                  </a:lnTo>
                  <a:lnTo>
                    <a:pt x="14732" y="1524"/>
                  </a:lnTo>
                  <a:lnTo>
                    <a:pt x="8890" y="0"/>
                  </a:lnTo>
                  <a:lnTo>
                    <a:pt x="5842" y="889"/>
                  </a:lnTo>
                  <a:lnTo>
                    <a:pt x="2794" y="4318"/>
                  </a:lnTo>
                  <a:lnTo>
                    <a:pt x="622" y="6604"/>
                  </a:lnTo>
                  <a:lnTo>
                    <a:pt x="508" y="6731"/>
                  </a:lnTo>
                  <a:lnTo>
                    <a:pt x="88" y="9525"/>
                  </a:lnTo>
                  <a:lnTo>
                    <a:pt x="0" y="10160"/>
                  </a:lnTo>
                  <a:lnTo>
                    <a:pt x="1397" y="13081"/>
                  </a:lnTo>
                  <a:lnTo>
                    <a:pt x="3149" y="16916"/>
                  </a:lnTo>
                  <a:lnTo>
                    <a:pt x="3048" y="15367"/>
                  </a:lnTo>
                  <a:lnTo>
                    <a:pt x="3098" y="15621"/>
                  </a:lnTo>
                  <a:lnTo>
                    <a:pt x="3149" y="16916"/>
                  </a:lnTo>
                  <a:lnTo>
                    <a:pt x="3403" y="16916"/>
                  </a:lnTo>
                  <a:lnTo>
                    <a:pt x="18834" y="16916"/>
                  </a:lnTo>
                  <a:close/>
                </a:path>
                <a:path w="1642109" h="171450">
                  <a:moveTo>
                    <a:pt x="21082" y="40767"/>
                  </a:moveTo>
                  <a:lnTo>
                    <a:pt x="20777" y="32664"/>
                  </a:lnTo>
                  <a:lnTo>
                    <a:pt x="20701" y="30353"/>
                  </a:lnTo>
                  <a:lnTo>
                    <a:pt x="20574" y="29210"/>
                  </a:lnTo>
                  <a:lnTo>
                    <a:pt x="19037" y="21463"/>
                  </a:lnTo>
                  <a:lnTo>
                    <a:pt x="18846" y="20777"/>
                  </a:lnTo>
                  <a:lnTo>
                    <a:pt x="18859" y="18034"/>
                  </a:lnTo>
                  <a:lnTo>
                    <a:pt x="3683" y="18034"/>
                  </a:lnTo>
                  <a:lnTo>
                    <a:pt x="3238" y="18034"/>
                  </a:lnTo>
                  <a:lnTo>
                    <a:pt x="3403" y="20193"/>
                  </a:lnTo>
                  <a:lnTo>
                    <a:pt x="3441" y="20777"/>
                  </a:lnTo>
                  <a:lnTo>
                    <a:pt x="3556" y="22225"/>
                  </a:lnTo>
                  <a:lnTo>
                    <a:pt x="3810" y="23749"/>
                  </a:lnTo>
                  <a:lnTo>
                    <a:pt x="6184" y="31686"/>
                  </a:lnTo>
                  <a:lnTo>
                    <a:pt x="6235" y="31877"/>
                  </a:lnTo>
                  <a:lnTo>
                    <a:pt x="6350" y="32664"/>
                  </a:lnTo>
                  <a:lnTo>
                    <a:pt x="7924" y="41795"/>
                  </a:lnTo>
                  <a:lnTo>
                    <a:pt x="7988" y="42164"/>
                  </a:lnTo>
                  <a:lnTo>
                    <a:pt x="8102" y="42811"/>
                  </a:lnTo>
                  <a:lnTo>
                    <a:pt x="9144" y="52451"/>
                  </a:lnTo>
                  <a:lnTo>
                    <a:pt x="9398" y="55118"/>
                  </a:lnTo>
                  <a:lnTo>
                    <a:pt x="11684" y="57150"/>
                  </a:lnTo>
                  <a:lnTo>
                    <a:pt x="17272" y="57150"/>
                  </a:lnTo>
                  <a:lnTo>
                    <a:pt x="19558" y="55118"/>
                  </a:lnTo>
                  <a:lnTo>
                    <a:pt x="19812" y="52451"/>
                  </a:lnTo>
                  <a:lnTo>
                    <a:pt x="20840" y="42811"/>
                  </a:lnTo>
                  <a:lnTo>
                    <a:pt x="21082" y="40767"/>
                  </a:lnTo>
                  <a:close/>
                </a:path>
                <a:path w="1642109" h="171450">
                  <a:moveTo>
                    <a:pt x="1642110" y="159385"/>
                  </a:moveTo>
                  <a:lnTo>
                    <a:pt x="1638300" y="153289"/>
                  </a:lnTo>
                  <a:lnTo>
                    <a:pt x="1634871" y="151638"/>
                  </a:lnTo>
                  <a:lnTo>
                    <a:pt x="1631315" y="152019"/>
                  </a:lnTo>
                  <a:lnTo>
                    <a:pt x="1600073" y="155575"/>
                  </a:lnTo>
                  <a:lnTo>
                    <a:pt x="1597787" y="158242"/>
                  </a:lnTo>
                  <a:lnTo>
                    <a:pt x="1597787" y="164338"/>
                  </a:lnTo>
                  <a:lnTo>
                    <a:pt x="1600073" y="167005"/>
                  </a:lnTo>
                  <a:lnTo>
                    <a:pt x="1603248" y="167259"/>
                  </a:lnTo>
                  <a:lnTo>
                    <a:pt x="1634871" y="170942"/>
                  </a:lnTo>
                  <a:lnTo>
                    <a:pt x="1638300" y="169291"/>
                  </a:lnTo>
                  <a:lnTo>
                    <a:pt x="1642110" y="163195"/>
                  </a:lnTo>
                  <a:lnTo>
                    <a:pt x="1642110" y="1593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37503" y="2199105"/>
            <a:ext cx="5349437" cy="2496686"/>
            <a:chOff x="537503" y="2199105"/>
            <a:chExt cx="5349437" cy="2496686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503" y="2199105"/>
              <a:ext cx="5349437" cy="24966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55364" y="2799676"/>
              <a:ext cx="144780" cy="1448435"/>
            </a:xfrm>
            <a:custGeom>
              <a:avLst/>
              <a:gdLst/>
              <a:ahLst/>
              <a:cxnLst/>
              <a:rect l="l" t="t" r="r" b="b"/>
              <a:pathLst>
                <a:path w="144779" h="1448435">
                  <a:moveTo>
                    <a:pt x="16294" y="4584"/>
                  </a:moveTo>
                  <a:lnTo>
                    <a:pt x="16002" y="3848"/>
                  </a:lnTo>
                  <a:lnTo>
                    <a:pt x="15671" y="3619"/>
                  </a:lnTo>
                  <a:lnTo>
                    <a:pt x="16294" y="4584"/>
                  </a:lnTo>
                  <a:close/>
                </a:path>
                <a:path w="144779" h="1448435">
                  <a:moveTo>
                    <a:pt x="17145" y="7023"/>
                  </a:moveTo>
                  <a:lnTo>
                    <a:pt x="16675" y="5740"/>
                  </a:lnTo>
                  <a:lnTo>
                    <a:pt x="16713" y="7023"/>
                  </a:lnTo>
                  <a:lnTo>
                    <a:pt x="16649" y="5473"/>
                  </a:lnTo>
                  <a:lnTo>
                    <a:pt x="16637" y="5118"/>
                  </a:lnTo>
                  <a:lnTo>
                    <a:pt x="16294" y="4584"/>
                  </a:lnTo>
                  <a:lnTo>
                    <a:pt x="16459" y="5118"/>
                  </a:lnTo>
                  <a:lnTo>
                    <a:pt x="16256" y="4584"/>
                  </a:lnTo>
                  <a:lnTo>
                    <a:pt x="15671" y="3619"/>
                  </a:lnTo>
                  <a:lnTo>
                    <a:pt x="14859" y="2324"/>
                  </a:lnTo>
                  <a:lnTo>
                    <a:pt x="12725" y="1358"/>
                  </a:lnTo>
                  <a:lnTo>
                    <a:pt x="13589" y="2070"/>
                  </a:lnTo>
                  <a:lnTo>
                    <a:pt x="12687" y="1358"/>
                  </a:lnTo>
                  <a:lnTo>
                    <a:pt x="11176" y="165"/>
                  </a:lnTo>
                  <a:lnTo>
                    <a:pt x="9715" y="0"/>
                  </a:lnTo>
                  <a:lnTo>
                    <a:pt x="7543" y="0"/>
                  </a:lnTo>
                  <a:lnTo>
                    <a:pt x="5969" y="165"/>
                  </a:lnTo>
                  <a:lnTo>
                    <a:pt x="4533" y="1358"/>
                  </a:lnTo>
                  <a:lnTo>
                    <a:pt x="2413" y="2324"/>
                  </a:lnTo>
                  <a:lnTo>
                    <a:pt x="1587" y="3619"/>
                  </a:lnTo>
                  <a:lnTo>
                    <a:pt x="1270" y="3848"/>
                  </a:lnTo>
                  <a:lnTo>
                    <a:pt x="965" y="4584"/>
                  </a:lnTo>
                  <a:lnTo>
                    <a:pt x="635" y="5118"/>
                  </a:lnTo>
                  <a:lnTo>
                    <a:pt x="609" y="5740"/>
                  </a:lnTo>
                  <a:lnTo>
                    <a:pt x="0" y="7023"/>
                  </a:lnTo>
                  <a:lnTo>
                    <a:pt x="330" y="8572"/>
                  </a:lnTo>
                  <a:lnTo>
                    <a:pt x="444" y="9105"/>
                  </a:lnTo>
                  <a:lnTo>
                    <a:pt x="558" y="7023"/>
                  </a:lnTo>
                  <a:lnTo>
                    <a:pt x="469" y="9232"/>
                  </a:lnTo>
                  <a:lnTo>
                    <a:pt x="381" y="11468"/>
                  </a:lnTo>
                  <a:lnTo>
                    <a:pt x="1257" y="13093"/>
                  </a:lnTo>
                  <a:lnTo>
                    <a:pt x="1435" y="14262"/>
                  </a:lnTo>
                  <a:lnTo>
                    <a:pt x="1701" y="15786"/>
                  </a:lnTo>
                  <a:lnTo>
                    <a:pt x="1790" y="16319"/>
                  </a:lnTo>
                  <a:lnTo>
                    <a:pt x="1968" y="16929"/>
                  </a:lnTo>
                  <a:lnTo>
                    <a:pt x="2794" y="25184"/>
                  </a:lnTo>
                  <a:lnTo>
                    <a:pt x="2794" y="25692"/>
                  </a:lnTo>
                  <a:lnTo>
                    <a:pt x="4572" y="35471"/>
                  </a:lnTo>
                  <a:lnTo>
                    <a:pt x="4953" y="37376"/>
                  </a:lnTo>
                  <a:lnTo>
                    <a:pt x="6604" y="38900"/>
                  </a:lnTo>
                  <a:lnTo>
                    <a:pt x="10668" y="38900"/>
                  </a:lnTo>
                  <a:lnTo>
                    <a:pt x="12319" y="37376"/>
                  </a:lnTo>
                  <a:lnTo>
                    <a:pt x="12700" y="35471"/>
                  </a:lnTo>
                  <a:lnTo>
                    <a:pt x="14478" y="25692"/>
                  </a:lnTo>
                  <a:lnTo>
                    <a:pt x="14478" y="25184"/>
                  </a:lnTo>
                  <a:lnTo>
                    <a:pt x="15214" y="17716"/>
                  </a:lnTo>
                  <a:lnTo>
                    <a:pt x="15265" y="17310"/>
                  </a:lnTo>
                  <a:lnTo>
                    <a:pt x="15354" y="16319"/>
                  </a:lnTo>
                  <a:lnTo>
                    <a:pt x="16002" y="13093"/>
                  </a:lnTo>
                  <a:lnTo>
                    <a:pt x="16891" y="11468"/>
                  </a:lnTo>
                  <a:lnTo>
                    <a:pt x="16789" y="9232"/>
                  </a:lnTo>
                  <a:lnTo>
                    <a:pt x="16637" y="9944"/>
                  </a:lnTo>
                  <a:lnTo>
                    <a:pt x="16751" y="9232"/>
                  </a:lnTo>
                  <a:lnTo>
                    <a:pt x="16865" y="8572"/>
                  </a:lnTo>
                  <a:lnTo>
                    <a:pt x="16827" y="8280"/>
                  </a:lnTo>
                  <a:lnTo>
                    <a:pt x="17145" y="7023"/>
                  </a:lnTo>
                  <a:close/>
                </a:path>
                <a:path w="144779" h="1448435">
                  <a:moveTo>
                    <a:pt x="144653" y="1440472"/>
                  </a:moveTo>
                  <a:lnTo>
                    <a:pt x="144018" y="1437170"/>
                  </a:lnTo>
                  <a:lnTo>
                    <a:pt x="141732" y="1435011"/>
                  </a:lnTo>
                  <a:lnTo>
                    <a:pt x="127127" y="1420914"/>
                  </a:lnTo>
                  <a:lnTo>
                    <a:pt x="125857" y="1419644"/>
                  </a:lnTo>
                  <a:lnTo>
                    <a:pt x="123825" y="1419390"/>
                  </a:lnTo>
                  <a:lnTo>
                    <a:pt x="120904" y="1421549"/>
                  </a:lnTo>
                  <a:lnTo>
                    <a:pt x="120269" y="1423454"/>
                  </a:lnTo>
                  <a:lnTo>
                    <a:pt x="121031" y="1425232"/>
                  </a:lnTo>
                  <a:lnTo>
                    <a:pt x="130683" y="1446441"/>
                  </a:lnTo>
                  <a:lnTo>
                    <a:pt x="133477" y="1448219"/>
                  </a:lnTo>
                  <a:lnTo>
                    <a:pt x="136652" y="1448219"/>
                  </a:lnTo>
                  <a:lnTo>
                    <a:pt x="139700" y="1448092"/>
                  </a:lnTo>
                  <a:lnTo>
                    <a:pt x="142494" y="1446187"/>
                  </a:lnTo>
                  <a:lnTo>
                    <a:pt x="143510" y="1443266"/>
                  </a:lnTo>
                  <a:lnTo>
                    <a:pt x="144653" y="14404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5040">
              <a:lnSpc>
                <a:spcPct val="100000"/>
              </a:lnSpc>
              <a:spcBef>
                <a:spcPts val="100"/>
              </a:spcBef>
            </a:pPr>
            <a:r>
              <a:rPr dirty="0"/>
              <a:t>Gated</a:t>
            </a:r>
            <a:r>
              <a:rPr spc="-40" dirty="0"/>
              <a:t> </a:t>
            </a:r>
            <a:r>
              <a:rPr dirty="0"/>
              <a:t>D</a:t>
            </a:r>
            <a:r>
              <a:rPr spc="-35" dirty="0"/>
              <a:t> </a:t>
            </a:r>
            <a:r>
              <a:rPr spc="-20" dirty="0"/>
              <a:t>Latch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7691628" y="1557206"/>
            <a:ext cx="2888677" cy="2415233"/>
            <a:chOff x="7691628" y="1557206"/>
            <a:chExt cx="2888677" cy="2415233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91628" y="1557206"/>
              <a:ext cx="2888677" cy="24152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538591" y="3361182"/>
              <a:ext cx="55244" cy="19050"/>
            </a:xfrm>
            <a:custGeom>
              <a:avLst/>
              <a:gdLst/>
              <a:ahLst/>
              <a:cxnLst/>
              <a:rect l="l" t="t" r="r" b="b"/>
              <a:pathLst>
                <a:path w="55245" h="19050">
                  <a:moveTo>
                    <a:pt x="50800" y="0"/>
                  </a:moveTo>
                  <a:lnTo>
                    <a:pt x="47498" y="380"/>
                  </a:lnTo>
                  <a:lnTo>
                    <a:pt x="2412" y="6730"/>
                  </a:lnTo>
                  <a:lnTo>
                    <a:pt x="0" y="9778"/>
                  </a:lnTo>
                  <a:lnTo>
                    <a:pt x="1015" y="16382"/>
                  </a:lnTo>
                  <a:lnTo>
                    <a:pt x="4063" y="18795"/>
                  </a:lnTo>
                  <a:lnTo>
                    <a:pt x="52450" y="12064"/>
                  </a:lnTo>
                  <a:lnTo>
                    <a:pt x="54736" y="9016"/>
                  </a:lnTo>
                  <a:lnTo>
                    <a:pt x="53848" y="2285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2299335" y="1396111"/>
            <a:ext cx="11430" cy="25400"/>
          </a:xfrm>
          <a:custGeom>
            <a:avLst/>
            <a:gdLst/>
            <a:ahLst/>
            <a:cxnLst/>
            <a:rect l="l" t="t" r="r" b="b"/>
            <a:pathLst>
              <a:path w="11430" h="25400">
                <a:moveTo>
                  <a:pt x="5079" y="0"/>
                </a:moveTo>
                <a:lnTo>
                  <a:pt x="1523" y="1777"/>
                </a:lnTo>
                <a:lnTo>
                  <a:pt x="381" y="3555"/>
                </a:lnTo>
                <a:lnTo>
                  <a:pt x="313" y="4572"/>
                </a:lnTo>
                <a:lnTo>
                  <a:pt x="253" y="5461"/>
                </a:lnTo>
                <a:lnTo>
                  <a:pt x="126" y="16426"/>
                </a:lnTo>
                <a:lnTo>
                  <a:pt x="0" y="17779"/>
                </a:lnTo>
                <a:lnTo>
                  <a:pt x="1269" y="21336"/>
                </a:lnTo>
                <a:lnTo>
                  <a:pt x="2412" y="22478"/>
                </a:lnTo>
                <a:lnTo>
                  <a:pt x="2666" y="22860"/>
                </a:lnTo>
                <a:lnTo>
                  <a:pt x="5587" y="25018"/>
                </a:lnTo>
                <a:lnTo>
                  <a:pt x="7775" y="25018"/>
                </a:lnTo>
                <a:lnTo>
                  <a:pt x="9016" y="24002"/>
                </a:lnTo>
                <a:lnTo>
                  <a:pt x="10540" y="22860"/>
                </a:lnTo>
                <a:lnTo>
                  <a:pt x="10921" y="21336"/>
                </a:lnTo>
                <a:lnTo>
                  <a:pt x="11048" y="20827"/>
                </a:lnTo>
                <a:lnTo>
                  <a:pt x="10413" y="19176"/>
                </a:lnTo>
                <a:lnTo>
                  <a:pt x="9769" y="17779"/>
                </a:lnTo>
                <a:lnTo>
                  <a:pt x="9016" y="17779"/>
                </a:lnTo>
                <a:lnTo>
                  <a:pt x="7619" y="14986"/>
                </a:lnTo>
                <a:lnTo>
                  <a:pt x="9200" y="14986"/>
                </a:lnTo>
                <a:lnTo>
                  <a:pt x="10667" y="6476"/>
                </a:lnTo>
                <a:lnTo>
                  <a:pt x="11048" y="4572"/>
                </a:lnTo>
                <a:lnTo>
                  <a:pt x="10287" y="2539"/>
                </a:lnTo>
                <a:lnTo>
                  <a:pt x="8762" y="1397"/>
                </a:lnTo>
                <a:lnTo>
                  <a:pt x="7112" y="253"/>
                </a:lnTo>
                <a:lnTo>
                  <a:pt x="5079" y="0"/>
                </a:lnTo>
                <a:close/>
              </a:path>
              <a:path w="11430" h="25400">
                <a:moveTo>
                  <a:pt x="8952" y="16426"/>
                </a:moveTo>
                <a:lnTo>
                  <a:pt x="9016" y="17779"/>
                </a:lnTo>
                <a:lnTo>
                  <a:pt x="9769" y="17779"/>
                </a:lnTo>
                <a:lnTo>
                  <a:pt x="9651" y="17525"/>
                </a:lnTo>
                <a:lnTo>
                  <a:pt x="8952" y="16426"/>
                </a:lnTo>
                <a:close/>
              </a:path>
              <a:path w="11430" h="25400">
                <a:moveTo>
                  <a:pt x="7619" y="14986"/>
                </a:moveTo>
                <a:lnTo>
                  <a:pt x="8795" y="17337"/>
                </a:lnTo>
                <a:lnTo>
                  <a:pt x="8762" y="16128"/>
                </a:lnTo>
                <a:lnTo>
                  <a:pt x="7619" y="14986"/>
                </a:lnTo>
                <a:close/>
              </a:path>
              <a:path w="11430" h="25400">
                <a:moveTo>
                  <a:pt x="9200" y="14986"/>
                </a:moveTo>
                <a:lnTo>
                  <a:pt x="7619" y="14986"/>
                </a:lnTo>
                <a:lnTo>
                  <a:pt x="8762" y="16128"/>
                </a:lnTo>
                <a:lnTo>
                  <a:pt x="8952" y="16426"/>
                </a:lnTo>
                <a:lnTo>
                  <a:pt x="9200" y="149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">
            <a:extLst>
              <a:ext uri="{FF2B5EF4-FFF2-40B4-BE49-F238E27FC236}">
                <a16:creationId xmlns:a16="http://schemas.microsoft.com/office/drawing/2014/main" id="{BAC6C7F9-DA70-A0FE-A151-2502FF630B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712" y="1628748"/>
            <a:ext cx="5579063" cy="2344930"/>
          </a:xfrm>
          <a:prstGeom prst="rect">
            <a:avLst/>
          </a:prstGeom>
        </p:spPr>
      </p:pic>
      <p:pic>
        <p:nvPicPr>
          <p:cNvPr id="46" name="object 19">
            <a:extLst>
              <a:ext uri="{FF2B5EF4-FFF2-40B4-BE49-F238E27FC236}">
                <a16:creationId xmlns:a16="http://schemas.microsoft.com/office/drawing/2014/main" id="{F90FE843-9C23-128D-9F95-9259CC35E7D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0" y="4208579"/>
            <a:ext cx="2514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5040">
              <a:lnSpc>
                <a:spcPct val="100000"/>
              </a:lnSpc>
              <a:spcBef>
                <a:spcPts val="100"/>
              </a:spcBef>
            </a:pPr>
            <a:r>
              <a:rPr dirty="0"/>
              <a:t>Gated</a:t>
            </a:r>
            <a:r>
              <a:rPr spc="-40" dirty="0"/>
              <a:t> </a:t>
            </a:r>
            <a:r>
              <a:rPr dirty="0"/>
              <a:t>D</a:t>
            </a:r>
            <a:r>
              <a:rPr spc="-35" dirty="0"/>
              <a:t> </a:t>
            </a:r>
            <a:r>
              <a:rPr spc="-20" dirty="0"/>
              <a:t>Latch</a:t>
            </a: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60" y="4053553"/>
            <a:ext cx="2888677" cy="2416671"/>
          </a:xfrm>
          <a:prstGeom prst="rect">
            <a:avLst/>
          </a:prstGeom>
        </p:spPr>
      </p:pic>
      <p:pic>
        <p:nvPicPr>
          <p:cNvPr id="28" name="object 5">
            <a:extLst>
              <a:ext uri="{FF2B5EF4-FFF2-40B4-BE49-F238E27FC236}">
                <a16:creationId xmlns:a16="http://schemas.microsoft.com/office/drawing/2014/main" id="{DB63857C-4868-BDF4-85AB-880C57E8F8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6186" y="1828800"/>
            <a:ext cx="8176259" cy="2851404"/>
          </a:xfrm>
          <a:prstGeom prst="rect">
            <a:avLst/>
          </a:prstGeom>
        </p:spPr>
      </p:pic>
      <p:pic>
        <p:nvPicPr>
          <p:cNvPr id="29" name="object 4">
            <a:extLst>
              <a:ext uri="{FF2B5EF4-FFF2-40B4-BE49-F238E27FC236}">
                <a16:creationId xmlns:a16="http://schemas.microsoft.com/office/drawing/2014/main" id="{0FA173FE-66DA-16EA-03FA-01F790D134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55" y="1600200"/>
            <a:ext cx="3737228" cy="15700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355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Master-</a:t>
            </a:r>
            <a:r>
              <a:rPr dirty="0"/>
              <a:t>Slave</a:t>
            </a:r>
            <a:r>
              <a:rPr spc="-20" dirty="0"/>
              <a:t> </a:t>
            </a:r>
            <a:r>
              <a:rPr dirty="0"/>
              <a:t>D </a:t>
            </a:r>
            <a:r>
              <a:rPr spc="-10" dirty="0"/>
              <a:t>Flip-</a:t>
            </a:r>
            <a:r>
              <a:rPr spc="-20" dirty="0"/>
              <a:t>Flop</a:t>
            </a:r>
          </a:p>
        </p:txBody>
      </p:sp>
      <p:pic>
        <p:nvPicPr>
          <p:cNvPr id="28" name="object 13">
            <a:extLst>
              <a:ext uri="{FF2B5EF4-FFF2-40B4-BE49-F238E27FC236}">
                <a16:creationId xmlns:a16="http://schemas.microsoft.com/office/drawing/2014/main" id="{C9A3424D-72AE-D6E8-E282-46B7EBF044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3727" y="2895162"/>
            <a:ext cx="5836715" cy="2683477"/>
          </a:xfrm>
          <a:prstGeom prst="rect">
            <a:avLst/>
          </a:prstGeom>
        </p:spPr>
      </p:pic>
      <p:pic>
        <p:nvPicPr>
          <p:cNvPr id="29" name="object 14">
            <a:extLst>
              <a:ext uri="{FF2B5EF4-FFF2-40B4-BE49-F238E27FC236}">
                <a16:creationId xmlns:a16="http://schemas.microsoft.com/office/drawing/2014/main" id="{CE66FC0B-A646-B806-CE0A-86B9C42361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9801" y="4964056"/>
            <a:ext cx="1829128" cy="1799909"/>
          </a:xfrm>
          <a:prstGeom prst="rect">
            <a:avLst/>
          </a:prstGeom>
        </p:spPr>
      </p:pic>
      <p:pic>
        <p:nvPicPr>
          <p:cNvPr id="30" name="object 12">
            <a:extLst>
              <a:ext uri="{FF2B5EF4-FFF2-40B4-BE49-F238E27FC236}">
                <a16:creationId xmlns:a16="http://schemas.microsoft.com/office/drawing/2014/main" id="{4CDAAC18-A7AC-9655-4D5B-2AA19455718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840" y="1383094"/>
            <a:ext cx="5242887" cy="30241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445" y="-51104"/>
            <a:ext cx="11771859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05"/>
              </a:spcBef>
            </a:pPr>
            <a:r>
              <a:rPr sz="5600" dirty="0"/>
              <a:t>Negative-Edge</a:t>
            </a:r>
            <a:r>
              <a:rPr sz="5600" spc="-235" dirty="0"/>
              <a:t> </a:t>
            </a:r>
            <a:r>
              <a:rPr sz="5600" spc="-30" dirty="0"/>
              <a:t>Triggered</a:t>
            </a:r>
            <a:r>
              <a:rPr sz="5600" spc="-85" dirty="0"/>
              <a:t> </a:t>
            </a:r>
            <a:r>
              <a:rPr sz="5600" dirty="0"/>
              <a:t>D</a:t>
            </a:r>
            <a:r>
              <a:rPr sz="5600" spc="-85" dirty="0"/>
              <a:t> </a:t>
            </a:r>
            <a:r>
              <a:rPr sz="5600" spc="-20" dirty="0"/>
              <a:t>Flip-Flop</a:t>
            </a:r>
            <a:endParaRPr sz="5600" dirty="0"/>
          </a:p>
        </p:txBody>
      </p:sp>
      <p:pic>
        <p:nvPicPr>
          <p:cNvPr id="18" name="object 14">
            <a:extLst>
              <a:ext uri="{FF2B5EF4-FFF2-40B4-BE49-F238E27FC236}">
                <a16:creationId xmlns:a16="http://schemas.microsoft.com/office/drawing/2014/main" id="{7887E481-9E95-C5BB-C7A2-8FB3237653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4648200"/>
            <a:ext cx="1829128" cy="1799909"/>
          </a:xfrm>
          <a:prstGeom prst="rect">
            <a:avLst/>
          </a:prstGeom>
        </p:spPr>
      </p:pic>
      <p:pic>
        <p:nvPicPr>
          <p:cNvPr id="19" name="object 5">
            <a:extLst>
              <a:ext uri="{FF2B5EF4-FFF2-40B4-BE49-F238E27FC236}">
                <a16:creationId xmlns:a16="http://schemas.microsoft.com/office/drawing/2014/main" id="{47ED2E8F-2333-ABF3-3DC5-83CB712B186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7681" y="2807738"/>
            <a:ext cx="7033343" cy="2822140"/>
          </a:xfrm>
          <a:prstGeom prst="rect">
            <a:avLst/>
          </a:prstGeom>
        </p:spPr>
      </p:pic>
      <p:pic>
        <p:nvPicPr>
          <p:cNvPr id="20" name="object 4">
            <a:extLst>
              <a:ext uri="{FF2B5EF4-FFF2-40B4-BE49-F238E27FC236}">
                <a16:creationId xmlns:a16="http://schemas.microsoft.com/office/drawing/2014/main" id="{88616B5C-F3B1-9FBE-F9DE-3BBF899419E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1143000"/>
            <a:ext cx="4891991" cy="28221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7261" y="0"/>
            <a:ext cx="1222296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Positive-</a:t>
            </a:r>
            <a:r>
              <a:rPr dirty="0"/>
              <a:t>Edge</a:t>
            </a:r>
            <a:r>
              <a:rPr spc="-204" dirty="0"/>
              <a:t> </a:t>
            </a:r>
            <a:r>
              <a:rPr spc="-30" dirty="0"/>
              <a:t>Triggered</a:t>
            </a:r>
            <a:r>
              <a:rPr spc="-100" dirty="0"/>
              <a:t> </a:t>
            </a:r>
            <a:r>
              <a:rPr dirty="0"/>
              <a:t>D</a:t>
            </a:r>
            <a:r>
              <a:rPr spc="-95" dirty="0"/>
              <a:t> </a:t>
            </a:r>
            <a:r>
              <a:rPr spc="-15" dirty="0"/>
              <a:t>Flip-</a:t>
            </a:r>
            <a:r>
              <a:rPr spc="-20" dirty="0"/>
              <a:t>Flop</a:t>
            </a:r>
          </a:p>
        </p:txBody>
      </p:sp>
      <p:pic>
        <p:nvPicPr>
          <p:cNvPr id="84" name="object 4">
            <a:extLst>
              <a:ext uri="{FF2B5EF4-FFF2-40B4-BE49-F238E27FC236}">
                <a16:creationId xmlns:a16="http://schemas.microsoft.com/office/drawing/2014/main" id="{5F13D259-4634-DEFB-B727-8576257AD8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045" y="1151254"/>
            <a:ext cx="5577437" cy="5057915"/>
          </a:xfrm>
          <a:prstGeom prst="rect">
            <a:avLst/>
          </a:prstGeom>
        </p:spPr>
      </p:pic>
      <p:pic>
        <p:nvPicPr>
          <p:cNvPr id="85" name="object 3">
            <a:extLst>
              <a:ext uri="{FF2B5EF4-FFF2-40B4-BE49-F238E27FC236}">
                <a16:creationId xmlns:a16="http://schemas.microsoft.com/office/drawing/2014/main" id="{76F9FDA2-F5E7-041A-0441-0B69C4F1E3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2929" y="2450133"/>
            <a:ext cx="2871574" cy="23202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5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Comparison</a:t>
            </a:r>
          </a:p>
        </p:txBody>
      </p:sp>
      <p:pic>
        <p:nvPicPr>
          <p:cNvPr id="30" name="object 8">
            <a:extLst>
              <a:ext uri="{FF2B5EF4-FFF2-40B4-BE49-F238E27FC236}">
                <a16:creationId xmlns:a16="http://schemas.microsoft.com/office/drawing/2014/main" id="{F6CB8024-7250-C003-2A38-158E7F4D90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724388"/>
            <a:ext cx="8401423" cy="4266836"/>
          </a:xfrm>
          <a:prstGeom prst="rect">
            <a:avLst/>
          </a:prstGeom>
        </p:spPr>
      </p:pic>
      <p:pic>
        <p:nvPicPr>
          <p:cNvPr id="31" name="object 4">
            <a:extLst>
              <a:ext uri="{FF2B5EF4-FFF2-40B4-BE49-F238E27FC236}">
                <a16:creationId xmlns:a16="http://schemas.microsoft.com/office/drawing/2014/main" id="{5E6FD217-ACCC-0923-31A7-7F8BFD32BD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112" y="1586094"/>
            <a:ext cx="2790501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565" y="0"/>
            <a:ext cx="11808435" cy="781034"/>
          </a:xfrm>
          <a:prstGeom prst="rect">
            <a:avLst/>
          </a:prstGeom>
        </p:spPr>
        <p:txBody>
          <a:bodyPr vert="horz" wrap="square" lIns="0" tIns="224840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Positive-</a:t>
            </a:r>
            <a:r>
              <a:rPr sz="3600" dirty="0"/>
              <a:t>Edge</a:t>
            </a:r>
            <a:r>
              <a:rPr sz="3600" spc="-80" dirty="0"/>
              <a:t> </a:t>
            </a:r>
            <a:r>
              <a:rPr sz="3600" spc="-30" dirty="0"/>
              <a:t>Triggered </a:t>
            </a:r>
            <a:r>
              <a:rPr sz="3600" dirty="0"/>
              <a:t>D</a:t>
            </a:r>
            <a:r>
              <a:rPr sz="3600" spc="-35" dirty="0"/>
              <a:t> </a:t>
            </a:r>
            <a:r>
              <a:rPr sz="3600" spc="-10" dirty="0"/>
              <a:t>Flip-</a:t>
            </a:r>
            <a:r>
              <a:rPr sz="3600" dirty="0"/>
              <a:t>Flop</a:t>
            </a:r>
            <a:r>
              <a:rPr sz="3600" spc="-30" dirty="0"/>
              <a:t> </a:t>
            </a:r>
            <a:r>
              <a:rPr sz="3600" dirty="0"/>
              <a:t>with</a:t>
            </a:r>
            <a:r>
              <a:rPr sz="3600" spc="-35" dirty="0"/>
              <a:t> </a:t>
            </a:r>
            <a:r>
              <a:rPr sz="3600" dirty="0"/>
              <a:t>Clear</a:t>
            </a:r>
            <a:r>
              <a:rPr sz="3600" spc="-90" dirty="0"/>
              <a:t> </a:t>
            </a:r>
            <a:r>
              <a:rPr sz="3600" dirty="0"/>
              <a:t>and</a:t>
            </a:r>
            <a:r>
              <a:rPr sz="3600" spc="-30" dirty="0"/>
              <a:t> </a:t>
            </a:r>
            <a:r>
              <a:rPr sz="3600" spc="-10" dirty="0"/>
              <a:t>Preset</a:t>
            </a:r>
            <a:endParaRPr sz="3600" dirty="0"/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F66591EA-9836-B721-8BD4-0AD8A3BD3A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30808"/>
            <a:ext cx="6024372" cy="5727192"/>
          </a:xfrm>
          <a:prstGeom prst="rect">
            <a:avLst/>
          </a:prstGeom>
        </p:spPr>
      </p:pic>
      <p:pic>
        <p:nvPicPr>
          <p:cNvPr id="18" name="object 5">
            <a:extLst>
              <a:ext uri="{FF2B5EF4-FFF2-40B4-BE49-F238E27FC236}">
                <a16:creationId xmlns:a16="http://schemas.microsoft.com/office/drawing/2014/main" id="{8FBA13A3-302F-C244-E88D-4394E6FCA18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1000" y="2286000"/>
            <a:ext cx="24384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8BF5-082F-13DF-2336-4E0FFD6E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45" y="-51104"/>
            <a:ext cx="11059109" cy="1846659"/>
          </a:xfrm>
        </p:spPr>
        <p:txBody>
          <a:bodyPr/>
          <a:lstStyle/>
          <a:p>
            <a:r>
              <a:rPr lang="en-US" dirty="0"/>
              <a:t>State Machine (Lab 5) </a:t>
            </a:r>
            <a:br>
              <a:rPr lang="en-US" dirty="0"/>
            </a:br>
            <a:r>
              <a:rPr lang="en-US" dirty="0"/>
              <a:t>(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72F1B-331C-8623-16C2-262A7AA74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104" y="1068169"/>
            <a:ext cx="9889840" cy="30716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27F922-989E-3AB1-3454-A9F69D86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69" y="4139837"/>
            <a:ext cx="10677194" cy="95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01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C2A5-4F48-26E1-5228-13B72966A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45" y="-51104"/>
            <a:ext cx="11059109" cy="923330"/>
          </a:xfrm>
        </p:spPr>
        <p:txBody>
          <a:bodyPr/>
          <a:lstStyle/>
          <a:p>
            <a:r>
              <a:rPr lang="en-US" dirty="0"/>
              <a:t>State Machine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8FD80-E2DC-5EEE-0437-CFAA1B3C5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139" y="1454548"/>
            <a:ext cx="9637722" cy="441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02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7B93-5045-3249-2F11-23429BBA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45" y="-51104"/>
            <a:ext cx="11059109" cy="923330"/>
          </a:xfrm>
        </p:spPr>
        <p:txBody>
          <a:bodyPr/>
          <a:lstStyle/>
          <a:p>
            <a:r>
              <a:rPr lang="en-US" dirty="0"/>
              <a:t>State Machine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0BD38-078E-5046-AE47-D8DE0B90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39" y="1262524"/>
            <a:ext cx="9695535" cy="491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3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427</Words>
  <Application>Microsoft Macintosh PowerPoint</Application>
  <PresentationFormat>Widescreen</PresentationFormat>
  <Paragraphs>223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Georgia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Simple Memory Element</vt:lpstr>
      <vt:lpstr>Simple Memory Element</vt:lpstr>
      <vt:lpstr>Basic Latch with NOR Gates</vt:lpstr>
      <vt:lpstr>Basic Latch with NOR Gates</vt:lpstr>
      <vt:lpstr>Gated SR Latch</vt:lpstr>
      <vt:lpstr>Gated SR Latch</vt:lpstr>
      <vt:lpstr>Gated SR Latch with NAND Gate</vt:lpstr>
      <vt:lpstr>Comparison</vt:lpstr>
      <vt:lpstr>Gated D Latch</vt:lpstr>
      <vt:lpstr>Gated D Latch</vt:lpstr>
      <vt:lpstr>Master-Slave D Flip-Flop</vt:lpstr>
      <vt:lpstr>Negative-Edge Triggered D Flip-Flop</vt:lpstr>
      <vt:lpstr>Positive-Edge Triggered D Flip-Flop</vt:lpstr>
      <vt:lpstr>Comparison</vt:lpstr>
      <vt:lpstr>Positive-Edge Triggered D Flip-Flop with Clear and Preset</vt:lpstr>
      <vt:lpstr>State Machine (Lab 5)  (</vt:lpstr>
      <vt:lpstr>State Machine</vt:lpstr>
      <vt:lpstr>State Machine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Rifat Bin Rashid</dc:creator>
  <cp:lastModifiedBy>Rifat Bin Rashid</cp:lastModifiedBy>
  <cp:revision>45</cp:revision>
  <dcterms:created xsi:type="dcterms:W3CDTF">2025-10-22T16:00:35Z</dcterms:created>
  <dcterms:modified xsi:type="dcterms:W3CDTF">2025-12-03T17:03:32Z</dcterms:modified>
</cp:coreProperties>
</file>